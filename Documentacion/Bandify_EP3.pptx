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Lst>
  <p:sldSz cy="5143500" cx="9144000"/>
  <p:notesSz cx="5143500" cy="9144000"/>
  <p:embeddedFontLst>
    <p:embeddedFont>
      <p:font typeface="Assistant Medium"/>
      <p:regular r:id="rId18"/>
      <p:bold r:id="rId19"/>
    </p:embeddedFont>
    <p:embeddedFont>
      <p:font typeface="Marcellus"/>
      <p:regular r:id="rId20"/>
    </p:embeddedFont>
    <p:embeddedFont>
      <p:font typeface="Amatic SC"/>
      <p:regular r:id="rId21"/>
      <p:bold r:id="rId22"/>
    </p:embeddedFont>
    <p:embeddedFont>
      <p:font typeface="Lato"/>
      <p:regular r:id="rId23"/>
      <p:bold r:id="rId24"/>
      <p:italic r:id="rId25"/>
      <p:boldItalic r:id="rId26"/>
    </p:embeddedFont>
    <p:embeddedFont>
      <p:font typeface="Barlow Semi Condensed Medium"/>
      <p:regular r:id="rId27"/>
      <p:bold r:id="rId28"/>
      <p:italic r:id="rId29"/>
      <p:boldItalic r:id="rId30"/>
    </p:embeddedFont>
    <p:embeddedFont>
      <p:font typeface="Urbanist"/>
      <p:regular r:id="rId31"/>
      <p:bold r:id="rId32"/>
      <p:italic r:id="rId33"/>
      <p:boldItalic r:id="rId3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5" roundtripDataSignature="AMtx7mhUDLzFhgoIqxc8PmntrH8n86liq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Marcellus-regular.fntdata"/><Relationship Id="rId22" Type="http://schemas.openxmlformats.org/officeDocument/2006/relationships/font" Target="fonts/AmaticSC-bold.fntdata"/><Relationship Id="rId21" Type="http://schemas.openxmlformats.org/officeDocument/2006/relationships/font" Target="fonts/AmaticSC-regular.fntdata"/><Relationship Id="rId24" Type="http://schemas.openxmlformats.org/officeDocument/2006/relationships/font" Target="fonts/Lato-bold.fntdata"/><Relationship Id="rId23" Type="http://schemas.openxmlformats.org/officeDocument/2006/relationships/font" Target="fonts/Lato-regular.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Lato-boldItalic.fntdata"/><Relationship Id="rId25" Type="http://schemas.openxmlformats.org/officeDocument/2006/relationships/font" Target="fonts/Lato-italic.fntdata"/><Relationship Id="rId28" Type="http://schemas.openxmlformats.org/officeDocument/2006/relationships/font" Target="fonts/BarlowSemiCondensedMedium-bold.fntdata"/><Relationship Id="rId27" Type="http://schemas.openxmlformats.org/officeDocument/2006/relationships/font" Target="fonts/BarlowSemiCondensedMedium-regular.fntdata"/><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font" Target="fonts/BarlowSemiCondensedMedium-italic.fntdata"/><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font" Target="fonts/Urbanist-regular.fntdata"/><Relationship Id="rId30" Type="http://schemas.openxmlformats.org/officeDocument/2006/relationships/font" Target="fonts/BarlowSemiCondensedMedium-boldItalic.fntdata"/><Relationship Id="rId11" Type="http://schemas.openxmlformats.org/officeDocument/2006/relationships/slide" Target="slides/slide7.xml"/><Relationship Id="rId33" Type="http://schemas.openxmlformats.org/officeDocument/2006/relationships/font" Target="fonts/Urbanist-italic.fntdata"/><Relationship Id="rId10" Type="http://schemas.openxmlformats.org/officeDocument/2006/relationships/slide" Target="slides/slide6.xml"/><Relationship Id="rId32" Type="http://schemas.openxmlformats.org/officeDocument/2006/relationships/font" Target="fonts/Urbanist-bold.fntdata"/><Relationship Id="rId13" Type="http://schemas.openxmlformats.org/officeDocument/2006/relationships/slide" Target="slides/slide9.xml"/><Relationship Id="rId35" Type="http://customschemas.google.com/relationships/presentationmetadata" Target="metadata"/><Relationship Id="rId12" Type="http://schemas.openxmlformats.org/officeDocument/2006/relationships/slide" Target="slides/slide8.xml"/><Relationship Id="rId34" Type="http://schemas.openxmlformats.org/officeDocument/2006/relationships/font" Target="fonts/Urbanist-boldItalic.fntdata"/><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font" Target="fonts/AssistantMedium-bold.fntdata"/><Relationship Id="rId18" Type="http://schemas.openxmlformats.org/officeDocument/2006/relationships/font" Target="fonts/AssistantMedium-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857400" y="685800"/>
            <a:ext cx="342915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514350" y="4343400"/>
            <a:ext cx="41148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 name="Google Shape;13;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t/>
            </a:r>
            <a:endParaRPr sz="1200">
              <a:solidFill>
                <a:schemeClr val="dk1"/>
              </a:solidFill>
              <a:latin typeface="Arial"/>
              <a:ea typeface="Arial"/>
              <a:cs typeface="Arial"/>
              <a:sym typeface="Arial"/>
            </a:endParaRPr>
          </a:p>
        </p:txBody>
      </p:sp>
      <p:sp>
        <p:nvSpPr>
          <p:cNvPr id="14" name="Google Shape;14;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 name="Shape 23"/>
        <p:cNvGrpSpPr/>
        <p:nvPr/>
      </p:nvGrpSpPr>
      <p:grpSpPr>
        <a:xfrm>
          <a:off x="0" y="0"/>
          <a:ext cx="0" cy="0"/>
          <a:chOff x="0" y="0"/>
          <a:chExt cx="0" cy="0"/>
        </a:xfrm>
      </p:grpSpPr>
      <p:sp>
        <p:nvSpPr>
          <p:cNvPr id="24" name="Google Shape;24;g3ee318f22c4_0_286:notes"/>
          <p:cNvSpPr txBox="1"/>
          <p:nvPr>
            <p:ph idx="1" type="body"/>
          </p:nvPr>
        </p:nvSpPr>
        <p:spPr>
          <a:xfrm>
            <a:off x="514350" y="4343400"/>
            <a:ext cx="41148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g3ee318f22c4_0_286:notes"/>
          <p:cNvSpPr/>
          <p:nvPr>
            <p:ph idx="2" type="sldImg"/>
          </p:nvPr>
        </p:nvSpPr>
        <p:spPr>
          <a:xfrm>
            <a:off x="857400" y="685800"/>
            <a:ext cx="3429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 name="Shape 36"/>
        <p:cNvGrpSpPr/>
        <p:nvPr/>
      </p:nvGrpSpPr>
      <p:grpSpPr>
        <a:xfrm>
          <a:off x="0" y="0"/>
          <a:ext cx="0" cy="0"/>
          <a:chOff x="0" y="0"/>
          <a:chExt cx="0" cy="0"/>
        </a:xfrm>
      </p:grpSpPr>
      <p:sp>
        <p:nvSpPr>
          <p:cNvPr id="37" name="Google Shape;37;g39698152b51_0_7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 name="Google Shape;38;g39698152b51_0_7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t/>
            </a:r>
            <a:endParaRPr sz="1200">
              <a:solidFill>
                <a:schemeClr val="dk1"/>
              </a:solidFill>
              <a:latin typeface="Arial"/>
              <a:ea typeface="Arial"/>
              <a:cs typeface="Arial"/>
              <a:sym typeface="Arial"/>
            </a:endParaRPr>
          </a:p>
        </p:txBody>
      </p:sp>
      <p:sp>
        <p:nvSpPr>
          <p:cNvPr id="39" name="Google Shape;39;g39698152b51_0_7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9698152b51_0_0:notes"/>
          <p:cNvSpPr/>
          <p:nvPr>
            <p:ph idx="2" type="sldImg"/>
          </p:nvPr>
        </p:nvSpPr>
        <p:spPr>
          <a:xfrm>
            <a:off x="-1166813" y="0"/>
            <a:ext cx="5334001" cy="30003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70" name="Google Shape;70;g39698152b51_0_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t/>
            </a:r>
            <a:endParaRPr sz="1200">
              <a:solidFill>
                <a:schemeClr val="dk1"/>
              </a:solidFill>
              <a:latin typeface="Arial"/>
              <a:ea typeface="Arial"/>
              <a:cs typeface="Arial"/>
              <a:sym typeface="Arial"/>
            </a:endParaRPr>
          </a:p>
        </p:txBody>
      </p:sp>
      <p:sp>
        <p:nvSpPr>
          <p:cNvPr id="71" name="Google Shape;71;g39698152b51_0_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2:notes"/>
          <p:cNvSpPr/>
          <p:nvPr>
            <p:ph idx="2" type="sldImg"/>
          </p:nvPr>
        </p:nvSpPr>
        <p:spPr>
          <a:xfrm>
            <a:off x="-1166813" y="0"/>
            <a:ext cx="5334001" cy="30003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82" name="Google Shape;82;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t/>
            </a:r>
            <a:endParaRPr sz="1200">
              <a:solidFill>
                <a:schemeClr val="dk1"/>
              </a:solidFill>
              <a:latin typeface="Arial"/>
              <a:ea typeface="Arial"/>
              <a:cs typeface="Arial"/>
              <a:sym typeface="Arial"/>
            </a:endParaRPr>
          </a:p>
        </p:txBody>
      </p:sp>
      <p:sp>
        <p:nvSpPr>
          <p:cNvPr id="83" name="Google Shape;83;p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ee625e7c71_0_0:notes"/>
          <p:cNvSpPr/>
          <p:nvPr>
            <p:ph idx="2" type="sldImg"/>
          </p:nvPr>
        </p:nvSpPr>
        <p:spPr>
          <a:xfrm>
            <a:off x="-1166813" y="0"/>
            <a:ext cx="5334000" cy="3000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6" name="Google Shape;96;g3ee625e7c71_0_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t/>
            </a:r>
            <a:endParaRPr sz="1200">
              <a:solidFill>
                <a:schemeClr val="dk1"/>
              </a:solidFill>
              <a:latin typeface="Arial"/>
              <a:ea typeface="Arial"/>
              <a:cs typeface="Arial"/>
              <a:sym typeface="Arial"/>
            </a:endParaRPr>
          </a:p>
        </p:txBody>
      </p:sp>
      <p:sp>
        <p:nvSpPr>
          <p:cNvPr id="97" name="Google Shape;97;g3ee625e7c71_0_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12:notes"/>
          <p:cNvSpPr/>
          <p:nvPr>
            <p:ph idx="2" type="sldImg"/>
          </p:nvPr>
        </p:nvSpPr>
        <p:spPr>
          <a:xfrm>
            <a:off x="-1166813" y="0"/>
            <a:ext cx="5334001" cy="30003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5" name="Google Shape;115;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t/>
            </a:r>
            <a:endParaRPr sz="1200">
              <a:solidFill>
                <a:schemeClr val="dk1"/>
              </a:solidFill>
              <a:latin typeface="Arial"/>
              <a:ea typeface="Arial"/>
              <a:cs typeface="Arial"/>
              <a:sym typeface="Arial"/>
            </a:endParaRPr>
          </a:p>
        </p:txBody>
      </p:sp>
      <p:sp>
        <p:nvSpPr>
          <p:cNvPr id="116" name="Google Shape;116;p1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ee318f22c4_0_3:notes"/>
          <p:cNvSpPr/>
          <p:nvPr>
            <p:ph idx="2" type="sldImg"/>
          </p:nvPr>
        </p:nvSpPr>
        <p:spPr>
          <a:xfrm>
            <a:off x="-1166813" y="0"/>
            <a:ext cx="5334000" cy="3000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5" name="Google Shape;135;g3ee318f22c4_0_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t/>
            </a:r>
            <a:endParaRPr sz="1200">
              <a:solidFill>
                <a:schemeClr val="dk1"/>
              </a:solidFill>
              <a:latin typeface="Arial"/>
              <a:ea typeface="Arial"/>
              <a:cs typeface="Arial"/>
              <a:sym typeface="Arial"/>
            </a:endParaRPr>
          </a:p>
        </p:txBody>
      </p:sp>
      <p:sp>
        <p:nvSpPr>
          <p:cNvPr id="136" name="Google Shape;136;g3ee318f22c4_0_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ee318f22c4_0_136:notes"/>
          <p:cNvSpPr/>
          <p:nvPr>
            <p:ph idx="2" type="sldImg"/>
          </p:nvPr>
        </p:nvSpPr>
        <p:spPr>
          <a:xfrm>
            <a:off x="-1166813" y="0"/>
            <a:ext cx="5334000" cy="3000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4" name="Google Shape;144;g3ee318f22c4_0_13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t/>
            </a:r>
            <a:endParaRPr sz="1200">
              <a:solidFill>
                <a:schemeClr val="dk1"/>
              </a:solidFill>
              <a:latin typeface="Arial"/>
              <a:ea typeface="Arial"/>
              <a:cs typeface="Arial"/>
              <a:sym typeface="Arial"/>
            </a:endParaRPr>
          </a:p>
        </p:txBody>
      </p:sp>
      <p:sp>
        <p:nvSpPr>
          <p:cNvPr id="145" name="Google Shape;145;g3ee318f22c4_0_13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ee318f22c4_0_305:notes"/>
          <p:cNvSpPr/>
          <p:nvPr>
            <p:ph idx="2" type="sldImg"/>
          </p:nvPr>
        </p:nvSpPr>
        <p:spPr>
          <a:xfrm>
            <a:off x="-1166813" y="0"/>
            <a:ext cx="5334000" cy="3000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3" name="Google Shape;163;g3ee318f22c4_0_30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t/>
            </a:r>
            <a:endParaRPr sz="1200">
              <a:solidFill>
                <a:schemeClr val="dk1"/>
              </a:solidFill>
              <a:latin typeface="Arial"/>
              <a:ea typeface="Arial"/>
              <a:cs typeface="Arial"/>
              <a:sym typeface="Arial"/>
            </a:endParaRPr>
          </a:p>
        </p:txBody>
      </p:sp>
      <p:sp>
        <p:nvSpPr>
          <p:cNvPr id="164" name="Google Shape;164;g3ee318f22c4_0_30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ee318f22c4_0_317:notes"/>
          <p:cNvSpPr/>
          <p:nvPr>
            <p:ph idx="2" type="sldImg"/>
          </p:nvPr>
        </p:nvSpPr>
        <p:spPr>
          <a:xfrm>
            <a:off x="-1166813" y="0"/>
            <a:ext cx="5334000" cy="3000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6" name="Google Shape;176;g3ee318f22c4_0_31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t/>
            </a:r>
            <a:endParaRPr sz="1200">
              <a:solidFill>
                <a:schemeClr val="dk1"/>
              </a:solidFill>
              <a:latin typeface="Arial"/>
              <a:ea typeface="Arial"/>
              <a:cs typeface="Arial"/>
              <a:sym typeface="Arial"/>
            </a:endParaRPr>
          </a:p>
        </p:txBody>
      </p:sp>
      <p:sp>
        <p:nvSpPr>
          <p:cNvPr id="177" name="Google Shape;177;g3ee318f22c4_0_31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6:notes"/>
          <p:cNvSpPr/>
          <p:nvPr>
            <p:ph idx="2" type="sldImg"/>
          </p:nvPr>
        </p:nvSpPr>
        <p:spPr>
          <a:xfrm>
            <a:off x="-1166813" y="0"/>
            <a:ext cx="5334001" cy="30003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7" name="Google Shape;187;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t/>
            </a:r>
            <a:endParaRPr sz="1200">
              <a:solidFill>
                <a:schemeClr val="dk1"/>
              </a:solidFill>
              <a:latin typeface="Arial"/>
              <a:ea typeface="Arial"/>
              <a:cs typeface="Arial"/>
              <a:sym typeface="Arial"/>
            </a:endParaRPr>
          </a:p>
        </p:txBody>
      </p:sp>
      <p:sp>
        <p:nvSpPr>
          <p:cNvPr id="188" name="Google Shape;188;p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3ee318f22c4_0_179:notes"/>
          <p:cNvSpPr txBox="1"/>
          <p:nvPr>
            <p:ph idx="1" type="body"/>
          </p:nvPr>
        </p:nvSpPr>
        <p:spPr>
          <a:xfrm>
            <a:off x="514350" y="4343400"/>
            <a:ext cx="41148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g3ee318f22c4_0_179:notes"/>
          <p:cNvSpPr/>
          <p:nvPr>
            <p:ph idx="2" type="sldImg"/>
          </p:nvPr>
        </p:nvSpPr>
        <p:spPr>
          <a:xfrm>
            <a:off x="857419" y="685800"/>
            <a:ext cx="3429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6" name="Shape 6"/>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 name="Shape 7"/>
        <p:cNvGrpSpPr/>
        <p:nvPr/>
      </p:nvGrpSpPr>
      <p:grpSpPr>
        <a:xfrm>
          <a:off x="0" y="0"/>
          <a:ext cx="0" cy="0"/>
          <a:chOff x="0" y="0"/>
          <a:chExt cx="0" cy="0"/>
        </a:xfrm>
      </p:grpSpPr>
      <p:sp>
        <p:nvSpPr>
          <p:cNvPr id="8" name="Google Shape;8;g3ee318f22c4_0_123"/>
          <p:cNvSpPr txBox="1"/>
          <p:nvPr>
            <p:ph idx="10" type="dt"/>
          </p:nvPr>
        </p:nvSpPr>
        <p:spPr>
          <a:xfrm>
            <a:off x="342900" y="4767263"/>
            <a:ext cx="16002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sz="1100"/>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p:txBody>
      </p:sp>
      <p:sp>
        <p:nvSpPr>
          <p:cNvPr id="9" name="Google Shape;9;g3ee318f22c4_0_123"/>
          <p:cNvSpPr txBox="1"/>
          <p:nvPr>
            <p:ph idx="11" type="ftr"/>
          </p:nvPr>
        </p:nvSpPr>
        <p:spPr>
          <a:xfrm>
            <a:off x="2343150" y="4767263"/>
            <a:ext cx="21717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sz="1100"/>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p:txBody>
      </p:sp>
      <p:sp>
        <p:nvSpPr>
          <p:cNvPr id="10" name="Google Shape;10;g3ee318f22c4_0_123"/>
          <p:cNvSpPr txBox="1"/>
          <p:nvPr>
            <p:ph idx="12" type="sldNum"/>
          </p:nvPr>
        </p:nvSpPr>
        <p:spPr>
          <a:xfrm>
            <a:off x="4914900" y="4767263"/>
            <a:ext cx="16002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sz="1100"/>
            </a:lvl1pPr>
            <a:lvl2pPr indent="0" lvl="1" marL="0" algn="r">
              <a:spcBef>
                <a:spcPts val="0"/>
              </a:spcBef>
              <a:buNone/>
              <a:defRPr sz="1100"/>
            </a:lvl2pPr>
            <a:lvl3pPr indent="0" lvl="2" marL="0" algn="r">
              <a:spcBef>
                <a:spcPts val="0"/>
              </a:spcBef>
              <a:buNone/>
              <a:defRPr sz="1100"/>
            </a:lvl3pPr>
            <a:lvl4pPr indent="0" lvl="3" marL="0" algn="r">
              <a:spcBef>
                <a:spcPts val="0"/>
              </a:spcBef>
              <a:buNone/>
              <a:defRPr sz="1100"/>
            </a:lvl4pPr>
            <a:lvl5pPr indent="0" lvl="4" marL="0" algn="r">
              <a:spcBef>
                <a:spcPts val="0"/>
              </a:spcBef>
              <a:buNone/>
              <a:defRPr sz="1100"/>
            </a:lvl5pPr>
            <a:lvl6pPr indent="0" lvl="5" marL="0" algn="r">
              <a:spcBef>
                <a:spcPts val="0"/>
              </a:spcBef>
              <a:buNone/>
              <a:defRPr sz="1100"/>
            </a:lvl6pPr>
            <a:lvl7pPr indent="0" lvl="6" marL="0" algn="r">
              <a:spcBef>
                <a:spcPts val="0"/>
              </a:spcBef>
              <a:buNone/>
              <a:defRPr sz="1100"/>
            </a:lvl7pPr>
            <a:lvl8pPr indent="0" lvl="7" marL="0" algn="r">
              <a:spcBef>
                <a:spcPts val="0"/>
              </a:spcBef>
              <a:buNone/>
              <a:defRPr sz="1100"/>
            </a:lvl8pPr>
            <a:lvl9pPr indent="0" lvl="8" marL="0" algn="r">
              <a:spcBef>
                <a:spcPts val="0"/>
              </a:spcBef>
              <a:buNone/>
              <a:defRPr sz="1100"/>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 id="2147483650"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4.png"/><Relationship Id="rId4" Type="http://schemas.openxmlformats.org/officeDocument/2006/relationships/image" Target="../media/image1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7.png"/><Relationship Id="rId4" Type="http://schemas.openxmlformats.org/officeDocument/2006/relationships/image" Target="../media/image1.png"/><Relationship Id="rId5" Type="http://schemas.openxmlformats.org/officeDocument/2006/relationships/image" Target="../media/image4.png"/><Relationship Id="rId6"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8.jpg"/><Relationship Id="rId4" Type="http://schemas.openxmlformats.org/officeDocument/2006/relationships/image" Target="../media/image11.jpg"/><Relationship Id="rId5" Type="http://schemas.openxmlformats.org/officeDocument/2006/relationships/image" Target="../media/image9.jpg"/><Relationship Id="rId6" Type="http://schemas.openxmlformats.org/officeDocument/2006/relationships/image" Target="../media/image6.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jpg"/><Relationship Id="rId4" Type="http://schemas.openxmlformats.org/officeDocument/2006/relationships/image" Target="../media/image16.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0.jpg"/><Relationship Id="rId4" Type="http://schemas.openxmlformats.org/officeDocument/2006/relationships/image" Target="../media/image13.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0D1A"/>
        </a:solidFill>
      </p:bgPr>
    </p:bg>
    <p:spTree>
      <p:nvGrpSpPr>
        <p:cNvPr id="15" name="Shape 15"/>
        <p:cNvGrpSpPr/>
        <p:nvPr/>
      </p:nvGrpSpPr>
      <p:grpSpPr>
        <a:xfrm>
          <a:off x="0" y="0"/>
          <a:ext cx="0" cy="0"/>
          <a:chOff x="0" y="0"/>
          <a:chExt cx="0" cy="0"/>
        </a:xfrm>
      </p:grpSpPr>
      <p:pic>
        <p:nvPicPr>
          <p:cNvPr id="16" name="Google Shape;16;p1"/>
          <p:cNvPicPr preferRelativeResize="0"/>
          <p:nvPr/>
        </p:nvPicPr>
        <p:blipFill rotWithShape="1">
          <a:blip r:embed="rId3">
            <a:alphaModFix/>
          </a:blip>
          <a:srcRect b="0" l="0" r="0" t="0"/>
          <a:stretch/>
        </p:blipFill>
        <p:spPr>
          <a:xfrm>
            <a:off x="0" y="11425"/>
            <a:ext cx="9144000" cy="5120640"/>
          </a:xfrm>
          <a:prstGeom prst="rect">
            <a:avLst/>
          </a:prstGeom>
          <a:noFill/>
          <a:ln>
            <a:noFill/>
          </a:ln>
        </p:spPr>
      </p:pic>
      <p:sp>
        <p:nvSpPr>
          <p:cNvPr id="17" name="Google Shape;17;p1"/>
          <p:cNvSpPr/>
          <p:nvPr/>
        </p:nvSpPr>
        <p:spPr>
          <a:xfrm>
            <a:off x="4359075" y="1005850"/>
            <a:ext cx="1828800" cy="18927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6D28D9"/>
              </a:buClr>
              <a:buSzPts val="12000"/>
              <a:buFont typeface="Calibri"/>
              <a:buNone/>
            </a:pPr>
            <a:r>
              <a:t/>
            </a:r>
            <a:endParaRPr b="0" i="0" sz="12000" u="none" cap="none" strike="noStrike">
              <a:solidFill>
                <a:schemeClr val="dk1"/>
              </a:solidFill>
              <a:latin typeface="Calibri"/>
              <a:ea typeface="Calibri"/>
              <a:cs typeface="Calibri"/>
              <a:sym typeface="Calibri"/>
            </a:endParaRPr>
          </a:p>
        </p:txBody>
      </p:sp>
      <p:sp>
        <p:nvSpPr>
          <p:cNvPr id="18" name="Google Shape;18;p1"/>
          <p:cNvSpPr/>
          <p:nvPr/>
        </p:nvSpPr>
        <p:spPr>
          <a:xfrm>
            <a:off x="2286000" y="2728503"/>
            <a:ext cx="4572000" cy="36600"/>
          </a:xfrm>
          <a:prstGeom prst="rect">
            <a:avLst/>
          </a:prstGeom>
          <a:solidFill>
            <a:srgbClr val="6D28D9"/>
          </a:solidFill>
          <a:ln cap="flat" cmpd="sng" w="12700">
            <a:solidFill>
              <a:srgbClr val="6D28D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9" name="Google Shape;19;p1"/>
          <p:cNvSpPr/>
          <p:nvPr/>
        </p:nvSpPr>
        <p:spPr>
          <a:xfrm>
            <a:off x="744575" y="3068850"/>
            <a:ext cx="7315200" cy="4572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9CA3AF"/>
              </a:buClr>
              <a:buSzPts val="1400"/>
              <a:buFont typeface="Calibri"/>
              <a:buNone/>
            </a:pPr>
            <a:r>
              <a:rPr b="0" i="1" lang="en-US" sz="1400" u="none" cap="none" strike="noStrike">
                <a:solidFill>
                  <a:schemeClr val="lt1"/>
                </a:solidFill>
                <a:latin typeface="Calibri"/>
                <a:ea typeface="Calibri"/>
                <a:cs typeface="Calibri"/>
                <a:sym typeface="Calibri"/>
              </a:rPr>
              <a:t>Conecta músicos independientes chilenos mediante Inteligencia Artificial</a:t>
            </a:r>
            <a:endParaRPr b="0" i="0" sz="1400" u="none" cap="none" strike="noStrike">
              <a:solidFill>
                <a:schemeClr val="lt1"/>
              </a:solidFill>
              <a:latin typeface="Calibri"/>
              <a:ea typeface="Calibri"/>
              <a:cs typeface="Calibri"/>
              <a:sym typeface="Calibri"/>
            </a:endParaRPr>
          </a:p>
        </p:txBody>
      </p:sp>
      <p:sp>
        <p:nvSpPr>
          <p:cNvPr id="20" name="Google Shape;20;p1"/>
          <p:cNvSpPr/>
          <p:nvPr/>
        </p:nvSpPr>
        <p:spPr>
          <a:xfrm>
            <a:off x="-1382075" y="4266400"/>
            <a:ext cx="7315200" cy="7314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9CA3AF"/>
              </a:buClr>
              <a:buSzPts val="1100"/>
              <a:buFont typeface="Calibri"/>
              <a:buNone/>
            </a:pPr>
            <a:r>
              <a:rPr b="1" i="0" lang="en-US" sz="1100" u="none" cap="none" strike="noStrike">
                <a:solidFill>
                  <a:schemeClr val="lt1"/>
                </a:solidFill>
                <a:latin typeface="Calibri"/>
                <a:ea typeface="Calibri"/>
                <a:cs typeface="Calibri"/>
                <a:sym typeface="Calibri"/>
              </a:rPr>
              <a:t>Marcelo Palma  ·  Julio Silva  ·  Ignacio Farias</a:t>
            </a:r>
            <a:endParaRPr b="0" i="0" sz="1100" u="none" cap="none" strike="noStrike">
              <a:solidFill>
                <a:schemeClr val="lt1"/>
              </a:solidFill>
              <a:latin typeface="Calibri"/>
              <a:ea typeface="Calibri"/>
              <a:cs typeface="Calibri"/>
              <a:sym typeface="Calibri"/>
            </a:endParaRPr>
          </a:p>
          <a:p>
            <a:pPr indent="0" lvl="0" marL="0" marR="0" rtl="0" algn="ctr">
              <a:lnSpc>
                <a:spcPct val="100000"/>
              </a:lnSpc>
              <a:spcBef>
                <a:spcPts val="0"/>
              </a:spcBef>
              <a:spcAft>
                <a:spcPts val="0"/>
              </a:spcAft>
              <a:buClr>
                <a:srgbClr val="9CA3AF"/>
              </a:buClr>
              <a:buSzPts val="1100"/>
              <a:buFont typeface="Calibri"/>
              <a:buNone/>
            </a:pPr>
            <a:r>
              <a:rPr b="0" i="0" lang="en-US" sz="1100" u="none" cap="none" strike="noStrike">
                <a:solidFill>
                  <a:schemeClr val="lt1"/>
                </a:solidFill>
                <a:latin typeface="Calibri"/>
                <a:ea typeface="Calibri"/>
                <a:cs typeface="Calibri"/>
                <a:sym typeface="Calibri"/>
              </a:rPr>
              <a:t>TPY1101 — Taller Aplicado de Programación  ·  Sección 002V</a:t>
            </a:r>
            <a:endParaRPr b="0" i="0" sz="1100" u="none" cap="none" strike="noStrike">
              <a:solidFill>
                <a:schemeClr val="lt1"/>
              </a:solidFill>
              <a:latin typeface="Calibri"/>
              <a:ea typeface="Calibri"/>
              <a:cs typeface="Calibri"/>
              <a:sym typeface="Calibri"/>
            </a:endParaRPr>
          </a:p>
        </p:txBody>
      </p:sp>
      <p:pic>
        <p:nvPicPr>
          <p:cNvPr id="21" name="Google Shape;21;p1" title="Logo_DuocUC.svg.png"/>
          <p:cNvPicPr preferRelativeResize="0"/>
          <p:nvPr/>
        </p:nvPicPr>
        <p:blipFill rotWithShape="1">
          <a:blip r:embed="rId4">
            <a:alphaModFix/>
          </a:blip>
          <a:srcRect b="0" l="0" r="0" t="0"/>
          <a:stretch/>
        </p:blipFill>
        <p:spPr>
          <a:xfrm>
            <a:off x="7180125" y="230500"/>
            <a:ext cx="1616020" cy="396900"/>
          </a:xfrm>
          <a:prstGeom prst="rect">
            <a:avLst/>
          </a:prstGeom>
          <a:noFill/>
          <a:ln>
            <a:noFill/>
          </a:ln>
        </p:spPr>
      </p:pic>
      <p:sp>
        <p:nvSpPr>
          <p:cNvPr id="22" name="Google Shape;22;p1"/>
          <p:cNvSpPr/>
          <p:nvPr/>
        </p:nvSpPr>
        <p:spPr>
          <a:xfrm>
            <a:off x="457200" y="1637370"/>
            <a:ext cx="8229600" cy="13716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7200"/>
              <a:buFont typeface="Calibri"/>
              <a:buNone/>
            </a:pPr>
            <a:r>
              <a:rPr b="0" i="0" lang="en-US" sz="7200" u="none" cap="none" strike="noStrike">
                <a:solidFill>
                  <a:schemeClr val="lt1"/>
                </a:solidFill>
                <a:latin typeface="Impact"/>
                <a:ea typeface="Impact"/>
                <a:cs typeface="Impact"/>
                <a:sym typeface="Impact"/>
              </a:rPr>
              <a:t>BANDIFY</a:t>
            </a:r>
            <a:endParaRPr b="0" i="0" sz="7200" u="none" cap="none" strike="noStrike">
              <a:solidFill>
                <a:schemeClr val="lt1"/>
              </a:solidFill>
              <a:latin typeface="Impact"/>
              <a:ea typeface="Impact"/>
              <a:cs typeface="Impact"/>
              <a:sym typeface="Impact"/>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0D1A"/>
        </a:solidFill>
      </p:bgPr>
    </p:bg>
    <p:spTree>
      <p:nvGrpSpPr>
        <p:cNvPr id="26" name="Shape 26"/>
        <p:cNvGrpSpPr/>
        <p:nvPr/>
      </p:nvGrpSpPr>
      <p:grpSpPr>
        <a:xfrm>
          <a:off x="0" y="0"/>
          <a:ext cx="0" cy="0"/>
          <a:chOff x="0" y="0"/>
          <a:chExt cx="0" cy="0"/>
        </a:xfrm>
      </p:grpSpPr>
      <p:sp>
        <p:nvSpPr>
          <p:cNvPr id="27" name="Google Shape;27;g3ee318f22c4_0_286"/>
          <p:cNvSpPr/>
          <p:nvPr/>
        </p:nvSpPr>
        <p:spPr>
          <a:xfrm>
            <a:off x="-914400" y="-914400"/>
            <a:ext cx="4572000" cy="3657600"/>
          </a:xfrm>
          <a:prstGeom prst="ellipse">
            <a:avLst/>
          </a:prstGeom>
          <a:solidFill>
            <a:srgbClr val="6D28D9">
              <a:alpha val="14900"/>
            </a:srgbClr>
          </a:solidFill>
          <a:ln cap="flat" cmpd="sng" w="12700">
            <a:solidFill>
              <a:srgbClr val="6D28D9">
                <a:alpha val="1490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8" name="Google Shape;28;g3ee318f22c4_0_286"/>
          <p:cNvSpPr/>
          <p:nvPr/>
        </p:nvSpPr>
        <p:spPr>
          <a:xfrm>
            <a:off x="6400800" y="2743200"/>
            <a:ext cx="3657600" cy="2743200"/>
          </a:xfrm>
          <a:prstGeom prst="ellipse">
            <a:avLst/>
          </a:prstGeom>
          <a:solidFill>
            <a:srgbClr val="0F766E">
              <a:alpha val="12160"/>
            </a:srgbClr>
          </a:solidFill>
          <a:ln cap="flat" cmpd="sng" w="12700">
            <a:solidFill>
              <a:srgbClr val="0F766E">
                <a:alpha val="1216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9" name="Google Shape;29;g3ee318f22c4_0_286"/>
          <p:cNvSpPr/>
          <p:nvPr/>
        </p:nvSpPr>
        <p:spPr>
          <a:xfrm>
            <a:off x="7498080" y="164592"/>
            <a:ext cx="1463100" cy="292500"/>
          </a:xfrm>
          <a:prstGeom prst="roundRect">
            <a:avLst>
              <a:gd fmla="val 25000" name="adj"/>
            </a:avLst>
          </a:prstGeom>
          <a:solidFill>
            <a:srgbClr val="6D28D9">
              <a:alpha val="40000"/>
            </a:srgbClr>
          </a:solidFill>
          <a:ln cap="flat" cmpd="sng" w="12700">
            <a:solidFill>
              <a:srgbClr val="A78BFA">
                <a:alpha val="6000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0" name="Google Shape;30;g3ee318f22c4_0_286"/>
          <p:cNvSpPr/>
          <p:nvPr/>
        </p:nvSpPr>
        <p:spPr>
          <a:xfrm>
            <a:off x="7498080" y="164592"/>
            <a:ext cx="1463100" cy="2925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A78BFA"/>
              </a:buClr>
              <a:buSzPts val="700"/>
              <a:buFont typeface="Calibri"/>
              <a:buNone/>
            </a:pPr>
            <a:r>
              <a:rPr b="1" i="0" lang="en-US" sz="700" u="none" cap="none" strike="noStrike">
                <a:solidFill>
                  <a:srgbClr val="A78BFA"/>
                </a:solidFill>
                <a:latin typeface="Calibri"/>
                <a:ea typeface="Calibri"/>
                <a:cs typeface="Calibri"/>
                <a:sym typeface="Calibri"/>
              </a:rPr>
              <a:t>AGENDA</a:t>
            </a:r>
            <a:endParaRPr b="0" i="0" sz="700" u="none" cap="none" strike="noStrike">
              <a:solidFill>
                <a:schemeClr val="dk1"/>
              </a:solidFill>
              <a:latin typeface="Calibri"/>
              <a:ea typeface="Calibri"/>
              <a:cs typeface="Calibri"/>
              <a:sym typeface="Calibri"/>
            </a:endParaRPr>
          </a:p>
        </p:txBody>
      </p:sp>
      <p:sp>
        <p:nvSpPr>
          <p:cNvPr id="31" name="Google Shape;31;g3ee318f22c4_0_286"/>
          <p:cNvSpPr/>
          <p:nvPr/>
        </p:nvSpPr>
        <p:spPr>
          <a:xfrm>
            <a:off x="457200" y="320040"/>
            <a:ext cx="7593900" cy="5943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3000"/>
              <a:buFont typeface="Calibri"/>
              <a:buNone/>
            </a:pPr>
            <a:r>
              <a:rPr b="0" i="0" lang="en-US" sz="3000" u="none" cap="none" strike="noStrike">
                <a:solidFill>
                  <a:schemeClr val="lt1"/>
                </a:solidFill>
                <a:latin typeface="Calibri"/>
                <a:ea typeface="Calibri"/>
                <a:cs typeface="Calibri"/>
                <a:sym typeface="Calibri"/>
              </a:rPr>
              <a:t>Agenda</a:t>
            </a:r>
            <a:endParaRPr b="0" i="0" sz="3000" u="none" cap="none" strike="noStrike">
              <a:solidFill>
                <a:schemeClr val="lt1"/>
              </a:solidFill>
              <a:latin typeface="Calibri"/>
              <a:ea typeface="Calibri"/>
              <a:cs typeface="Calibri"/>
              <a:sym typeface="Calibri"/>
            </a:endParaRPr>
          </a:p>
        </p:txBody>
      </p:sp>
      <p:sp>
        <p:nvSpPr>
          <p:cNvPr id="32" name="Google Shape;32;g3ee318f22c4_0_286"/>
          <p:cNvSpPr/>
          <p:nvPr/>
        </p:nvSpPr>
        <p:spPr>
          <a:xfrm>
            <a:off x="457200" y="868680"/>
            <a:ext cx="6858000" cy="3201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9CA3AF"/>
              </a:buClr>
              <a:buSzPts val="1300"/>
              <a:buFont typeface="Calibri"/>
              <a:buNone/>
            </a:pPr>
            <a:r>
              <a:rPr b="0" i="1" lang="en-US" sz="1300" u="none" cap="none" strike="noStrike">
                <a:solidFill>
                  <a:srgbClr val="9CA3AF"/>
                </a:solidFill>
                <a:latin typeface="Calibri"/>
                <a:ea typeface="Calibri"/>
                <a:cs typeface="Calibri"/>
                <a:sym typeface="Calibri"/>
              </a:rPr>
              <a:t>Recorrido de la defensa</a:t>
            </a:r>
            <a:endParaRPr b="0" i="0" sz="1300" u="none" cap="none" strike="noStrike">
              <a:solidFill>
                <a:schemeClr val="dk1"/>
              </a:solidFill>
              <a:latin typeface="Calibri"/>
              <a:ea typeface="Calibri"/>
              <a:cs typeface="Calibri"/>
              <a:sym typeface="Calibri"/>
            </a:endParaRPr>
          </a:p>
        </p:txBody>
      </p:sp>
      <p:sp>
        <p:nvSpPr>
          <p:cNvPr id="33" name="Google Shape;33;g3ee318f22c4_0_286"/>
          <p:cNvSpPr/>
          <p:nvPr/>
        </p:nvSpPr>
        <p:spPr>
          <a:xfrm>
            <a:off x="457200" y="1170432"/>
            <a:ext cx="8229600" cy="22800"/>
          </a:xfrm>
          <a:prstGeom prst="rect">
            <a:avLst/>
          </a:prstGeom>
          <a:solidFill>
            <a:srgbClr val="6D28D9">
              <a:alpha val="50199"/>
            </a:srgbClr>
          </a:solidFill>
          <a:ln cap="flat" cmpd="sng" w="12700">
            <a:solidFill>
              <a:srgbClr val="6D28D9">
                <a:alpha val="50199"/>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4" name="Google Shape;34;g3ee318f22c4_0_286"/>
          <p:cNvSpPr/>
          <p:nvPr/>
        </p:nvSpPr>
        <p:spPr>
          <a:xfrm>
            <a:off x="340510" y="1206948"/>
            <a:ext cx="8229600" cy="3383400"/>
          </a:xfrm>
          <a:prstGeom prst="roundRect">
            <a:avLst>
              <a:gd fmla="val 2857" name="adj"/>
            </a:avLst>
          </a:prstGeom>
          <a:solidFill>
            <a:srgbClr val="1E1B4B"/>
          </a:solidFill>
          <a:ln cap="flat" cmpd="sng" w="12700">
            <a:solidFill>
              <a:srgbClr val="6D28D9">
                <a:alpha val="40000"/>
              </a:srgbClr>
            </a:solidFill>
            <a:prstDash val="solid"/>
            <a:round/>
            <a:headEnd len="sm" w="sm" type="none"/>
            <a:tailEnd len="sm" w="sm" type="none"/>
          </a:ln>
          <a:effectLst>
            <a:outerShdw blurRad="101600" rotWithShape="0" algn="bl" dir="8100000" dist="38100">
              <a:srgbClr val="000000">
                <a:alpha val="25099"/>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5" name="Google Shape;35;g3ee318f22c4_0_286"/>
          <p:cNvSpPr/>
          <p:nvPr/>
        </p:nvSpPr>
        <p:spPr>
          <a:xfrm>
            <a:off x="728250" y="1269582"/>
            <a:ext cx="7687500" cy="29109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600"/>
              </a:spcBef>
              <a:spcAft>
                <a:spcPts val="0"/>
              </a:spcAft>
              <a:buClr>
                <a:srgbClr val="000000"/>
              </a:buClr>
              <a:buSzPts val="1900"/>
              <a:buFont typeface="Arial"/>
              <a:buNone/>
            </a:pPr>
            <a:r>
              <a:rPr b="1" i="0" lang="en-US" sz="1600" u="none" cap="none" strike="noStrike">
                <a:solidFill>
                  <a:schemeClr val="lt1"/>
                </a:solidFill>
                <a:latin typeface="Arial"/>
                <a:ea typeface="Arial"/>
                <a:cs typeface="Arial"/>
                <a:sym typeface="Arial"/>
              </a:rPr>
              <a:t>1.   Contexto y descripción general del proyecto</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900"/>
              <a:buFont typeface="Arial"/>
              <a:buNone/>
            </a:pPr>
            <a:r>
              <a:rPr b="1" i="0" lang="en-US" sz="1600" u="none" cap="none" strike="noStrike">
                <a:solidFill>
                  <a:schemeClr val="lt1"/>
                </a:solidFill>
                <a:latin typeface="Arial"/>
                <a:ea typeface="Arial"/>
                <a:cs typeface="Arial"/>
                <a:sym typeface="Arial"/>
              </a:rPr>
              <a:t>2.   Funcionalidades principales de la plataforma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900"/>
              <a:buFont typeface="Arial"/>
              <a:buNone/>
            </a:pPr>
            <a:r>
              <a:rPr b="1" i="0" lang="en-US" sz="1600" u="none" cap="none" strike="noStrike">
                <a:solidFill>
                  <a:schemeClr val="lt1"/>
                </a:solidFill>
                <a:latin typeface="Arial"/>
                <a:ea typeface="Arial"/>
                <a:cs typeface="Arial"/>
                <a:sym typeface="Arial"/>
              </a:rPr>
              <a:t>3.   Descripción del plan de pruebas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900"/>
              <a:buFont typeface="Arial"/>
              <a:buNone/>
            </a:pPr>
            <a:r>
              <a:rPr b="1" i="0" lang="en-US" sz="1600" u="none" cap="none" strike="noStrike">
                <a:solidFill>
                  <a:schemeClr val="lt1"/>
                </a:solidFill>
                <a:latin typeface="Arial"/>
                <a:ea typeface="Arial"/>
                <a:cs typeface="Arial"/>
                <a:sym typeface="Arial"/>
              </a:rPr>
              <a:t>4.   Aplicación del plan de pruebas y resultados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900"/>
              <a:buFont typeface="Arial"/>
              <a:buNone/>
            </a:pPr>
            <a:r>
              <a:rPr b="1" i="0" lang="en-US" sz="1600" u="none" cap="none" strike="noStrike">
                <a:solidFill>
                  <a:schemeClr val="lt1"/>
                </a:solidFill>
                <a:latin typeface="Arial"/>
                <a:ea typeface="Arial"/>
                <a:cs typeface="Arial"/>
                <a:sym typeface="Arial"/>
              </a:rPr>
              <a:t>5.   Mejoras post-testing realizadas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900"/>
              <a:buFont typeface="Arial"/>
              <a:buNone/>
            </a:pPr>
            <a:r>
              <a:rPr b="1" i="0" lang="en-US" sz="1600" u="none" cap="none" strike="noStrike">
                <a:solidFill>
                  <a:schemeClr val="lt1"/>
                </a:solidFill>
                <a:latin typeface="Arial"/>
                <a:ea typeface="Arial"/>
                <a:cs typeface="Arial"/>
                <a:sym typeface="Arial"/>
              </a:rPr>
              <a:t>6.   Conclusiones y ronda de preguntas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0D1A"/>
        </a:solidFill>
      </p:bgPr>
    </p:bg>
    <p:spTree>
      <p:nvGrpSpPr>
        <p:cNvPr id="40" name="Shape 40"/>
        <p:cNvGrpSpPr/>
        <p:nvPr/>
      </p:nvGrpSpPr>
      <p:grpSpPr>
        <a:xfrm>
          <a:off x="0" y="0"/>
          <a:ext cx="0" cy="0"/>
          <a:chOff x="0" y="0"/>
          <a:chExt cx="0" cy="0"/>
        </a:xfrm>
      </p:grpSpPr>
      <p:sp>
        <p:nvSpPr>
          <p:cNvPr id="41" name="Google Shape;41;g39698152b51_0_72"/>
          <p:cNvSpPr/>
          <p:nvPr/>
        </p:nvSpPr>
        <p:spPr>
          <a:xfrm>
            <a:off x="-914400" y="-914400"/>
            <a:ext cx="4572000" cy="3657600"/>
          </a:xfrm>
          <a:prstGeom prst="ellipse">
            <a:avLst/>
          </a:prstGeom>
          <a:solidFill>
            <a:srgbClr val="6D28D9">
              <a:alpha val="14901"/>
            </a:srgbClr>
          </a:solidFill>
          <a:ln cap="flat" cmpd="sng" w="12700">
            <a:solidFill>
              <a:srgbClr val="6D28D9">
                <a:alpha val="14901"/>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2" name="Google Shape;42;g39698152b51_0_72"/>
          <p:cNvSpPr/>
          <p:nvPr/>
        </p:nvSpPr>
        <p:spPr>
          <a:xfrm>
            <a:off x="6400800" y="2743200"/>
            <a:ext cx="3657600" cy="2743200"/>
          </a:xfrm>
          <a:prstGeom prst="ellipse">
            <a:avLst/>
          </a:prstGeom>
          <a:solidFill>
            <a:srgbClr val="0F766E">
              <a:alpha val="12156"/>
            </a:srgbClr>
          </a:solidFill>
          <a:ln cap="flat" cmpd="sng" w="12700">
            <a:solidFill>
              <a:srgbClr val="0F766E">
                <a:alpha val="12156"/>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3" name="Google Shape;43;g39698152b51_0_72"/>
          <p:cNvSpPr/>
          <p:nvPr/>
        </p:nvSpPr>
        <p:spPr>
          <a:xfrm>
            <a:off x="7498080" y="164592"/>
            <a:ext cx="1463100" cy="292500"/>
          </a:xfrm>
          <a:prstGeom prst="roundRect">
            <a:avLst>
              <a:gd fmla="val 25000" name="adj"/>
            </a:avLst>
          </a:prstGeom>
          <a:solidFill>
            <a:srgbClr val="6D28D9">
              <a:alpha val="40000"/>
            </a:srgbClr>
          </a:solidFill>
          <a:ln cap="flat" cmpd="sng" w="12700">
            <a:solidFill>
              <a:srgbClr val="A78BFA">
                <a:alpha val="6000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4" name="Google Shape;44;g39698152b51_0_72"/>
          <p:cNvSpPr/>
          <p:nvPr/>
        </p:nvSpPr>
        <p:spPr>
          <a:xfrm>
            <a:off x="7498080" y="164592"/>
            <a:ext cx="1463100" cy="2925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A78BFA"/>
              </a:buClr>
              <a:buSzPts val="700"/>
              <a:buFont typeface="Calibri"/>
              <a:buNone/>
            </a:pPr>
            <a:r>
              <a:rPr b="1" i="0" lang="en-US" sz="700" u="none" cap="none" strike="noStrike">
                <a:solidFill>
                  <a:srgbClr val="A78BFA"/>
                </a:solidFill>
                <a:latin typeface="Calibri"/>
                <a:ea typeface="Calibri"/>
                <a:cs typeface="Calibri"/>
                <a:sym typeface="Calibri"/>
              </a:rPr>
              <a:t>INTRODUCCIÓN</a:t>
            </a:r>
            <a:endParaRPr b="0" i="0" sz="700" u="none" cap="none" strike="noStrike">
              <a:solidFill>
                <a:schemeClr val="dk1"/>
              </a:solidFill>
              <a:latin typeface="Calibri"/>
              <a:ea typeface="Calibri"/>
              <a:cs typeface="Calibri"/>
              <a:sym typeface="Calibri"/>
            </a:endParaRPr>
          </a:p>
        </p:txBody>
      </p:sp>
      <p:sp>
        <p:nvSpPr>
          <p:cNvPr id="45" name="Google Shape;45;g39698152b51_0_72"/>
          <p:cNvSpPr/>
          <p:nvPr/>
        </p:nvSpPr>
        <p:spPr>
          <a:xfrm>
            <a:off x="457200" y="320040"/>
            <a:ext cx="6858000" cy="5943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3000"/>
              <a:buFont typeface="Calibri"/>
              <a:buNone/>
            </a:pPr>
            <a:r>
              <a:rPr b="1" i="0" lang="en-US" sz="3000" u="none" cap="none" strike="noStrike">
                <a:solidFill>
                  <a:srgbClr val="FFFFFF"/>
                </a:solidFill>
                <a:latin typeface="Calibri"/>
                <a:ea typeface="Calibri"/>
                <a:cs typeface="Calibri"/>
                <a:sym typeface="Calibri"/>
              </a:rPr>
              <a:t>¿Qué es Bandify?</a:t>
            </a:r>
            <a:endParaRPr b="0" i="0" sz="3000" u="none" cap="none" strike="noStrike">
              <a:solidFill>
                <a:schemeClr val="dk1"/>
              </a:solidFill>
              <a:latin typeface="Calibri"/>
              <a:ea typeface="Calibri"/>
              <a:cs typeface="Calibri"/>
              <a:sym typeface="Calibri"/>
            </a:endParaRPr>
          </a:p>
        </p:txBody>
      </p:sp>
      <p:sp>
        <p:nvSpPr>
          <p:cNvPr id="46" name="Google Shape;46;g39698152b51_0_72"/>
          <p:cNvSpPr/>
          <p:nvPr/>
        </p:nvSpPr>
        <p:spPr>
          <a:xfrm>
            <a:off x="457200" y="868680"/>
            <a:ext cx="6858000" cy="3201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9CA3AF"/>
              </a:buClr>
              <a:buSzPts val="1300"/>
              <a:buFont typeface="Calibri"/>
              <a:buNone/>
            </a:pPr>
            <a:r>
              <a:rPr b="0" i="1" lang="en-US" sz="1300" u="none" cap="none" strike="noStrike">
                <a:solidFill>
                  <a:srgbClr val="9CA3AF"/>
                </a:solidFill>
                <a:latin typeface="Calibri"/>
                <a:ea typeface="Calibri"/>
                <a:cs typeface="Calibri"/>
                <a:sym typeface="Calibri"/>
              </a:rPr>
              <a:t>Una plataforma que transforma cómo se conectan los músicos en Chile</a:t>
            </a:r>
            <a:endParaRPr b="0" i="0" sz="1300" u="none" cap="none" strike="noStrike">
              <a:solidFill>
                <a:schemeClr val="dk1"/>
              </a:solidFill>
              <a:latin typeface="Calibri"/>
              <a:ea typeface="Calibri"/>
              <a:cs typeface="Calibri"/>
              <a:sym typeface="Calibri"/>
            </a:endParaRPr>
          </a:p>
        </p:txBody>
      </p:sp>
      <p:sp>
        <p:nvSpPr>
          <p:cNvPr id="47" name="Google Shape;47;g39698152b51_0_72"/>
          <p:cNvSpPr/>
          <p:nvPr/>
        </p:nvSpPr>
        <p:spPr>
          <a:xfrm>
            <a:off x="457200" y="1170432"/>
            <a:ext cx="8229600" cy="22800"/>
          </a:xfrm>
          <a:prstGeom prst="rect">
            <a:avLst/>
          </a:prstGeom>
          <a:solidFill>
            <a:srgbClr val="6D28D9">
              <a:alpha val="50196"/>
            </a:srgbClr>
          </a:solidFill>
          <a:ln cap="flat" cmpd="sng" w="12700">
            <a:solidFill>
              <a:srgbClr val="6D28D9">
                <a:alpha val="50196"/>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8" name="Google Shape;48;g39698152b51_0_72"/>
          <p:cNvSpPr/>
          <p:nvPr/>
        </p:nvSpPr>
        <p:spPr>
          <a:xfrm>
            <a:off x="365760" y="1371600"/>
            <a:ext cx="4937700" cy="3383400"/>
          </a:xfrm>
          <a:prstGeom prst="roundRect">
            <a:avLst>
              <a:gd fmla="val 2703" name="adj"/>
            </a:avLst>
          </a:prstGeom>
          <a:solidFill>
            <a:srgbClr val="1E1B4B"/>
          </a:solidFill>
          <a:ln cap="flat" cmpd="sng" w="12700">
            <a:solidFill>
              <a:srgbClr val="6D28D9">
                <a:alpha val="40000"/>
              </a:srgbClr>
            </a:solidFill>
            <a:prstDash val="solid"/>
            <a:round/>
            <a:headEnd len="sm" w="sm" type="none"/>
            <a:tailEnd len="sm" w="sm" type="none"/>
          </a:ln>
          <a:effectLst>
            <a:outerShdw blurRad="101600" rotWithShape="0" algn="bl" dir="8100000" dist="38100">
              <a:srgbClr val="000000">
                <a:alpha val="25098"/>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preencoded.png" id="49" name="Google Shape;49;g39698152b51_0_72"/>
          <p:cNvPicPr preferRelativeResize="0"/>
          <p:nvPr/>
        </p:nvPicPr>
        <p:blipFill rotWithShape="1">
          <a:blip r:embed="rId3">
            <a:alphaModFix/>
          </a:blip>
          <a:srcRect b="0" l="0" r="0" t="0"/>
          <a:stretch/>
        </p:blipFill>
        <p:spPr>
          <a:xfrm>
            <a:off x="640080" y="1554480"/>
            <a:ext cx="502920" cy="502920"/>
          </a:xfrm>
          <a:prstGeom prst="rect">
            <a:avLst/>
          </a:prstGeom>
          <a:noFill/>
          <a:ln>
            <a:noFill/>
          </a:ln>
        </p:spPr>
      </p:pic>
      <p:sp>
        <p:nvSpPr>
          <p:cNvPr id="50" name="Google Shape;50;g39698152b51_0_72"/>
          <p:cNvSpPr/>
          <p:nvPr/>
        </p:nvSpPr>
        <p:spPr>
          <a:xfrm>
            <a:off x="1280160" y="1481328"/>
            <a:ext cx="3794700" cy="10974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FFFFFF"/>
              </a:buClr>
              <a:buSzPts val="1250"/>
              <a:buFont typeface="Calibri"/>
              <a:buNone/>
            </a:pPr>
            <a:r>
              <a:rPr b="0" i="0" lang="en-US" sz="1250" u="none" cap="none" strike="noStrike">
                <a:solidFill>
                  <a:srgbClr val="FFFFFF"/>
                </a:solidFill>
                <a:latin typeface="Calibri"/>
                <a:ea typeface="Calibri"/>
                <a:cs typeface="Calibri"/>
                <a:sym typeface="Calibri"/>
              </a:rPr>
              <a:t>Bandify es una plataforma web que usa Inteligencia Artificial para analizar demos de audio y calcular automáticamente la compatibilidad musical entre músicos independientes chilenos.</a:t>
            </a:r>
            <a:endParaRPr b="0" i="0" sz="1250" u="none" cap="none" strike="noStrike">
              <a:solidFill>
                <a:schemeClr val="dk1"/>
              </a:solidFill>
              <a:latin typeface="Calibri"/>
              <a:ea typeface="Calibri"/>
              <a:cs typeface="Calibri"/>
              <a:sym typeface="Calibri"/>
            </a:endParaRPr>
          </a:p>
        </p:txBody>
      </p:sp>
      <p:pic>
        <p:nvPicPr>
          <p:cNvPr descr="preencoded.png" id="51" name="Google Shape;51;g39698152b51_0_72"/>
          <p:cNvPicPr preferRelativeResize="0"/>
          <p:nvPr/>
        </p:nvPicPr>
        <p:blipFill rotWithShape="1">
          <a:blip r:embed="rId4">
            <a:alphaModFix/>
          </a:blip>
          <a:srcRect b="0" l="0" r="0" t="0"/>
          <a:stretch/>
        </p:blipFill>
        <p:spPr>
          <a:xfrm>
            <a:off x="640080" y="2743200"/>
            <a:ext cx="347472" cy="347472"/>
          </a:xfrm>
          <a:prstGeom prst="rect">
            <a:avLst/>
          </a:prstGeom>
          <a:noFill/>
          <a:ln>
            <a:noFill/>
          </a:ln>
        </p:spPr>
      </p:pic>
      <p:sp>
        <p:nvSpPr>
          <p:cNvPr id="52" name="Google Shape;52;g39698152b51_0_72"/>
          <p:cNvSpPr/>
          <p:nvPr/>
        </p:nvSpPr>
        <p:spPr>
          <a:xfrm>
            <a:off x="1115568" y="2697480"/>
            <a:ext cx="3931800"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5E7EB"/>
              </a:buClr>
              <a:buSzPts val="1150"/>
              <a:buFont typeface="Calibri"/>
              <a:buNone/>
            </a:pPr>
            <a:r>
              <a:rPr b="0" i="0" lang="en-US" sz="1150" u="none" cap="none" strike="noStrike">
                <a:solidFill>
                  <a:srgbClr val="E5E7EB"/>
                </a:solidFill>
                <a:latin typeface="Calibri"/>
                <a:ea typeface="Calibri"/>
                <a:cs typeface="Calibri"/>
                <a:sym typeface="Calibri"/>
              </a:rPr>
              <a:t>Motor de matching con IA que analiza 27 dimensiones del audio</a:t>
            </a:r>
            <a:endParaRPr b="0" i="0" sz="1150" u="none" cap="none" strike="noStrike">
              <a:solidFill>
                <a:schemeClr val="dk1"/>
              </a:solidFill>
              <a:latin typeface="Calibri"/>
              <a:ea typeface="Calibri"/>
              <a:cs typeface="Calibri"/>
              <a:sym typeface="Calibri"/>
            </a:endParaRPr>
          </a:p>
        </p:txBody>
      </p:sp>
      <p:pic>
        <p:nvPicPr>
          <p:cNvPr descr="preencoded.png" id="53" name="Google Shape;53;g39698152b51_0_72"/>
          <p:cNvPicPr preferRelativeResize="0"/>
          <p:nvPr/>
        </p:nvPicPr>
        <p:blipFill rotWithShape="1">
          <a:blip r:embed="rId5">
            <a:alphaModFix/>
          </a:blip>
          <a:srcRect b="0" l="0" r="0" t="0"/>
          <a:stretch/>
        </p:blipFill>
        <p:spPr>
          <a:xfrm>
            <a:off x="640080" y="3401568"/>
            <a:ext cx="347472" cy="347472"/>
          </a:xfrm>
          <a:prstGeom prst="rect">
            <a:avLst/>
          </a:prstGeom>
          <a:noFill/>
          <a:ln>
            <a:noFill/>
          </a:ln>
        </p:spPr>
      </p:pic>
      <p:sp>
        <p:nvSpPr>
          <p:cNvPr id="54" name="Google Shape;54;g39698152b51_0_72"/>
          <p:cNvSpPr/>
          <p:nvPr/>
        </p:nvSpPr>
        <p:spPr>
          <a:xfrm>
            <a:off x="1115568" y="3355848"/>
            <a:ext cx="3931800"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5E7EB"/>
              </a:buClr>
              <a:buSzPts val="1150"/>
              <a:buFont typeface="Calibri"/>
              <a:buNone/>
            </a:pPr>
            <a:r>
              <a:rPr b="0" i="0" lang="en-US" sz="1150" u="none" cap="none" strike="noStrike">
                <a:solidFill>
                  <a:srgbClr val="E5E7EB"/>
                </a:solidFill>
                <a:latin typeface="Calibri"/>
                <a:ea typeface="Calibri"/>
                <a:cs typeface="Calibri"/>
                <a:sym typeface="Calibri"/>
              </a:rPr>
              <a:t>Mapa interactivo de tocatas y eventos locales en Chile</a:t>
            </a:r>
            <a:endParaRPr b="0" i="0" sz="1150" u="none" cap="none" strike="noStrike">
              <a:solidFill>
                <a:schemeClr val="dk1"/>
              </a:solidFill>
              <a:latin typeface="Calibri"/>
              <a:ea typeface="Calibri"/>
              <a:cs typeface="Calibri"/>
              <a:sym typeface="Calibri"/>
            </a:endParaRPr>
          </a:p>
        </p:txBody>
      </p:sp>
      <p:pic>
        <p:nvPicPr>
          <p:cNvPr descr="preencoded.png" id="55" name="Google Shape;55;g39698152b51_0_72"/>
          <p:cNvPicPr preferRelativeResize="0"/>
          <p:nvPr/>
        </p:nvPicPr>
        <p:blipFill rotWithShape="1">
          <a:blip r:embed="rId6">
            <a:alphaModFix/>
          </a:blip>
          <a:srcRect b="0" l="0" r="0" t="0"/>
          <a:stretch/>
        </p:blipFill>
        <p:spPr>
          <a:xfrm>
            <a:off x="640080" y="4059936"/>
            <a:ext cx="347472" cy="347472"/>
          </a:xfrm>
          <a:prstGeom prst="rect">
            <a:avLst/>
          </a:prstGeom>
          <a:noFill/>
          <a:ln>
            <a:noFill/>
          </a:ln>
        </p:spPr>
      </p:pic>
      <p:sp>
        <p:nvSpPr>
          <p:cNvPr id="56" name="Google Shape;56;g39698152b51_0_72"/>
          <p:cNvSpPr/>
          <p:nvPr/>
        </p:nvSpPr>
        <p:spPr>
          <a:xfrm>
            <a:off x="1115568" y="4014216"/>
            <a:ext cx="3931800"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5E7EB"/>
              </a:buClr>
              <a:buSzPts val="1150"/>
              <a:buFont typeface="Calibri"/>
              <a:buNone/>
            </a:pPr>
            <a:r>
              <a:rPr b="0" i="0" lang="en-US" sz="1150" u="none" cap="none" strike="noStrike">
                <a:solidFill>
                  <a:srgbClr val="E5E7EB"/>
                </a:solidFill>
                <a:latin typeface="Calibri"/>
                <a:ea typeface="Calibri"/>
                <a:cs typeface="Calibri"/>
                <a:sym typeface="Calibri"/>
              </a:rPr>
              <a:t>Directorio de músicos filtrable por instrumento, rol y ciudad</a:t>
            </a:r>
            <a:endParaRPr b="0" i="0" sz="1150" u="none" cap="none" strike="noStrike">
              <a:solidFill>
                <a:schemeClr val="dk1"/>
              </a:solidFill>
              <a:latin typeface="Calibri"/>
              <a:ea typeface="Calibri"/>
              <a:cs typeface="Calibri"/>
              <a:sym typeface="Calibri"/>
            </a:endParaRPr>
          </a:p>
        </p:txBody>
      </p:sp>
      <p:sp>
        <p:nvSpPr>
          <p:cNvPr id="57" name="Google Shape;57;g39698152b51_0_72"/>
          <p:cNvSpPr/>
          <p:nvPr/>
        </p:nvSpPr>
        <p:spPr>
          <a:xfrm>
            <a:off x="5577840" y="1371600"/>
            <a:ext cx="3200400" cy="3383400"/>
          </a:xfrm>
          <a:prstGeom prst="roundRect">
            <a:avLst>
              <a:gd fmla="val 2857" name="adj"/>
            </a:avLst>
          </a:prstGeom>
          <a:solidFill>
            <a:srgbClr val="1E1B4B"/>
          </a:solidFill>
          <a:ln cap="flat" cmpd="sng" w="12700">
            <a:solidFill>
              <a:srgbClr val="6D28D9">
                <a:alpha val="40000"/>
              </a:srgbClr>
            </a:solidFill>
            <a:prstDash val="solid"/>
            <a:round/>
            <a:headEnd len="sm" w="sm" type="none"/>
            <a:tailEnd len="sm" w="sm" type="none"/>
          </a:ln>
          <a:effectLst>
            <a:outerShdw blurRad="101600" rotWithShape="0" algn="bl" dir="8100000" dist="38100">
              <a:srgbClr val="000000">
                <a:alpha val="25098"/>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8" name="Google Shape;58;g39698152b51_0_72"/>
          <p:cNvSpPr/>
          <p:nvPr/>
        </p:nvSpPr>
        <p:spPr>
          <a:xfrm>
            <a:off x="5669280" y="1508760"/>
            <a:ext cx="3017400" cy="365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A78BFA"/>
              </a:buClr>
              <a:buSzPts val="1200"/>
              <a:buFont typeface="Calibri"/>
              <a:buNone/>
            </a:pPr>
            <a:r>
              <a:rPr b="1" i="0" lang="en-US" sz="1200" u="none" cap="none" strike="noStrike">
                <a:solidFill>
                  <a:srgbClr val="A78BFA"/>
                </a:solidFill>
                <a:latin typeface="Calibri"/>
                <a:ea typeface="Calibri"/>
                <a:cs typeface="Calibri"/>
                <a:sym typeface="Calibri"/>
              </a:rPr>
              <a:t>¿A quién va dirigido?</a:t>
            </a:r>
            <a:endParaRPr b="0" i="0" sz="1200" u="none" cap="none" strike="noStrike">
              <a:solidFill>
                <a:schemeClr val="dk1"/>
              </a:solidFill>
              <a:latin typeface="Calibri"/>
              <a:ea typeface="Calibri"/>
              <a:cs typeface="Calibri"/>
              <a:sym typeface="Calibri"/>
            </a:endParaRPr>
          </a:p>
        </p:txBody>
      </p:sp>
      <p:sp>
        <p:nvSpPr>
          <p:cNvPr id="59" name="Google Shape;59;g39698152b51_0_72"/>
          <p:cNvSpPr/>
          <p:nvPr/>
        </p:nvSpPr>
        <p:spPr>
          <a:xfrm>
            <a:off x="5669280" y="1947672"/>
            <a:ext cx="36600" cy="594300"/>
          </a:xfrm>
          <a:prstGeom prst="rect">
            <a:avLst/>
          </a:prstGeom>
          <a:solidFill>
            <a:srgbClr val="14B8A6"/>
          </a:solidFill>
          <a:ln cap="flat" cmpd="sng" w="12700">
            <a:solidFill>
              <a:srgbClr val="14B8A6"/>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0" name="Google Shape;60;g39698152b51_0_72"/>
          <p:cNvSpPr/>
          <p:nvPr/>
        </p:nvSpPr>
        <p:spPr>
          <a:xfrm>
            <a:off x="5806440" y="1947672"/>
            <a:ext cx="28347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4B8A6"/>
              </a:buClr>
              <a:buSzPts val="1100"/>
              <a:buFont typeface="Calibri"/>
              <a:buNone/>
            </a:pPr>
            <a:r>
              <a:rPr b="1" i="0" lang="en-US" sz="1100" u="none" cap="none" strike="noStrike">
                <a:solidFill>
                  <a:srgbClr val="14B8A6"/>
                </a:solidFill>
                <a:latin typeface="Calibri"/>
                <a:ea typeface="Calibri"/>
                <a:cs typeface="Calibri"/>
                <a:sym typeface="Calibri"/>
              </a:rPr>
              <a:t>Músicos</a:t>
            </a:r>
            <a:endParaRPr b="0" i="0" sz="1100" u="none" cap="none" strike="noStrike">
              <a:solidFill>
                <a:schemeClr val="dk1"/>
              </a:solidFill>
              <a:latin typeface="Calibri"/>
              <a:ea typeface="Calibri"/>
              <a:cs typeface="Calibri"/>
              <a:sym typeface="Calibri"/>
            </a:endParaRPr>
          </a:p>
        </p:txBody>
      </p:sp>
      <p:sp>
        <p:nvSpPr>
          <p:cNvPr id="61" name="Google Shape;61;g39698152b51_0_72"/>
          <p:cNvSpPr/>
          <p:nvPr/>
        </p:nvSpPr>
        <p:spPr>
          <a:xfrm>
            <a:off x="5806440" y="2194560"/>
            <a:ext cx="2834700" cy="411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9CA3AF"/>
              </a:buClr>
              <a:buSzPts val="1000"/>
              <a:buFont typeface="Calibri"/>
              <a:buNone/>
            </a:pPr>
            <a:r>
              <a:rPr b="0" i="0" lang="en-US" sz="1000" u="none" cap="none" strike="noStrike">
                <a:solidFill>
                  <a:srgbClr val="9CA3AF"/>
                </a:solidFill>
                <a:latin typeface="Calibri"/>
                <a:ea typeface="Calibri"/>
                <a:cs typeface="Calibri"/>
                <a:sym typeface="Calibri"/>
              </a:rPr>
              <a:t>Artistas emergentes, sessionistas, productores buscando colaboradores</a:t>
            </a:r>
            <a:endParaRPr b="0" i="0" sz="1000" u="none" cap="none" strike="noStrike">
              <a:solidFill>
                <a:schemeClr val="dk1"/>
              </a:solidFill>
              <a:latin typeface="Calibri"/>
              <a:ea typeface="Calibri"/>
              <a:cs typeface="Calibri"/>
              <a:sym typeface="Calibri"/>
            </a:endParaRPr>
          </a:p>
        </p:txBody>
      </p:sp>
      <p:sp>
        <p:nvSpPr>
          <p:cNvPr id="62" name="Google Shape;62;g39698152b51_0_72"/>
          <p:cNvSpPr/>
          <p:nvPr/>
        </p:nvSpPr>
        <p:spPr>
          <a:xfrm>
            <a:off x="5669280" y="2843784"/>
            <a:ext cx="36600" cy="594300"/>
          </a:xfrm>
          <a:prstGeom prst="rect">
            <a:avLst/>
          </a:prstGeom>
          <a:solidFill>
            <a:srgbClr val="14B8A6"/>
          </a:solidFill>
          <a:ln cap="flat" cmpd="sng" w="12700">
            <a:solidFill>
              <a:srgbClr val="14B8A6"/>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3" name="Google Shape;63;g39698152b51_0_72"/>
          <p:cNvSpPr/>
          <p:nvPr/>
        </p:nvSpPr>
        <p:spPr>
          <a:xfrm>
            <a:off x="5806440" y="2843784"/>
            <a:ext cx="28347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4B8A6"/>
              </a:buClr>
              <a:buSzPts val="1100"/>
              <a:buFont typeface="Calibri"/>
              <a:buNone/>
            </a:pPr>
            <a:r>
              <a:rPr b="1" i="0" lang="en-US" sz="1100" u="none" cap="none" strike="noStrike">
                <a:solidFill>
                  <a:srgbClr val="14B8A6"/>
                </a:solidFill>
                <a:latin typeface="Calibri"/>
                <a:ea typeface="Calibri"/>
                <a:cs typeface="Calibri"/>
                <a:sym typeface="Calibri"/>
              </a:rPr>
              <a:t>Organizadores</a:t>
            </a:r>
            <a:endParaRPr b="0" i="0" sz="1100" u="none" cap="none" strike="noStrike">
              <a:solidFill>
                <a:schemeClr val="dk1"/>
              </a:solidFill>
              <a:latin typeface="Calibri"/>
              <a:ea typeface="Calibri"/>
              <a:cs typeface="Calibri"/>
              <a:sym typeface="Calibri"/>
            </a:endParaRPr>
          </a:p>
        </p:txBody>
      </p:sp>
      <p:sp>
        <p:nvSpPr>
          <p:cNvPr id="64" name="Google Shape;64;g39698152b51_0_72"/>
          <p:cNvSpPr/>
          <p:nvPr/>
        </p:nvSpPr>
        <p:spPr>
          <a:xfrm>
            <a:off x="5806440" y="3090672"/>
            <a:ext cx="2834700" cy="411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9CA3AF"/>
              </a:buClr>
              <a:buSzPts val="1000"/>
              <a:buFont typeface="Calibri"/>
              <a:buNone/>
            </a:pPr>
            <a:r>
              <a:rPr b="0" i="0" lang="en-US" sz="1000" u="none" cap="none" strike="noStrike">
                <a:solidFill>
                  <a:srgbClr val="9CA3AF"/>
                </a:solidFill>
                <a:latin typeface="Calibri"/>
                <a:ea typeface="Calibri"/>
                <a:cs typeface="Calibri"/>
                <a:sym typeface="Calibri"/>
              </a:rPr>
              <a:t>Dueños de bares, pubs y festivales que buscan bandas locales</a:t>
            </a:r>
            <a:endParaRPr b="0" i="0" sz="1000" u="none" cap="none" strike="noStrike">
              <a:solidFill>
                <a:schemeClr val="dk1"/>
              </a:solidFill>
              <a:latin typeface="Calibri"/>
              <a:ea typeface="Calibri"/>
              <a:cs typeface="Calibri"/>
              <a:sym typeface="Calibri"/>
            </a:endParaRPr>
          </a:p>
        </p:txBody>
      </p:sp>
      <p:sp>
        <p:nvSpPr>
          <p:cNvPr id="65" name="Google Shape;65;g39698152b51_0_72"/>
          <p:cNvSpPr/>
          <p:nvPr/>
        </p:nvSpPr>
        <p:spPr>
          <a:xfrm>
            <a:off x="5669280" y="3739896"/>
            <a:ext cx="36600" cy="594300"/>
          </a:xfrm>
          <a:prstGeom prst="rect">
            <a:avLst/>
          </a:prstGeom>
          <a:solidFill>
            <a:srgbClr val="14B8A6"/>
          </a:solidFill>
          <a:ln cap="flat" cmpd="sng" w="12700">
            <a:solidFill>
              <a:srgbClr val="14B8A6"/>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6" name="Google Shape;66;g39698152b51_0_72"/>
          <p:cNvSpPr/>
          <p:nvPr/>
        </p:nvSpPr>
        <p:spPr>
          <a:xfrm>
            <a:off x="5806440" y="3739896"/>
            <a:ext cx="28347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4B8A6"/>
              </a:buClr>
              <a:buSzPts val="1100"/>
              <a:buFont typeface="Calibri"/>
              <a:buNone/>
            </a:pPr>
            <a:r>
              <a:rPr b="1" i="0" lang="en-US" sz="1100" u="none" cap="none" strike="noStrike">
                <a:solidFill>
                  <a:srgbClr val="14B8A6"/>
                </a:solidFill>
                <a:latin typeface="Calibri"/>
                <a:ea typeface="Calibri"/>
                <a:cs typeface="Calibri"/>
                <a:sym typeface="Calibri"/>
              </a:rPr>
              <a:t>Híbridos</a:t>
            </a:r>
            <a:endParaRPr b="0" i="0" sz="1100" u="none" cap="none" strike="noStrike">
              <a:solidFill>
                <a:schemeClr val="dk1"/>
              </a:solidFill>
              <a:latin typeface="Calibri"/>
              <a:ea typeface="Calibri"/>
              <a:cs typeface="Calibri"/>
              <a:sym typeface="Calibri"/>
            </a:endParaRPr>
          </a:p>
        </p:txBody>
      </p:sp>
      <p:sp>
        <p:nvSpPr>
          <p:cNvPr id="67" name="Google Shape;67;g39698152b51_0_72"/>
          <p:cNvSpPr/>
          <p:nvPr/>
        </p:nvSpPr>
        <p:spPr>
          <a:xfrm>
            <a:off x="5806440" y="3986784"/>
            <a:ext cx="2834700" cy="411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9CA3AF"/>
              </a:buClr>
              <a:buSzPts val="1000"/>
              <a:buFont typeface="Calibri"/>
              <a:buNone/>
            </a:pPr>
            <a:r>
              <a:rPr b="0" i="0" lang="en-US" sz="1000" u="none" cap="none" strike="noStrike">
                <a:solidFill>
                  <a:srgbClr val="9CA3AF"/>
                </a:solidFill>
                <a:latin typeface="Calibri"/>
                <a:ea typeface="Calibri"/>
                <a:cs typeface="Calibri"/>
                <a:sym typeface="Calibri"/>
              </a:rPr>
              <a:t>Perfiles que buscan colaborar y ofrecer servicios al mismo tiempo</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0D1A"/>
        </a:solidFill>
      </p:bgPr>
    </p:bg>
    <p:spTree>
      <p:nvGrpSpPr>
        <p:cNvPr id="72" name="Shape 72"/>
        <p:cNvGrpSpPr/>
        <p:nvPr/>
      </p:nvGrpSpPr>
      <p:grpSpPr>
        <a:xfrm>
          <a:off x="0" y="0"/>
          <a:ext cx="0" cy="0"/>
          <a:chOff x="0" y="0"/>
          <a:chExt cx="0" cy="0"/>
        </a:xfrm>
      </p:grpSpPr>
      <p:sp>
        <p:nvSpPr>
          <p:cNvPr id="73" name="Google Shape;73;g39698152b51_0_0"/>
          <p:cNvSpPr/>
          <p:nvPr/>
        </p:nvSpPr>
        <p:spPr>
          <a:xfrm>
            <a:off x="-914400" y="-914400"/>
            <a:ext cx="4572000" cy="3657600"/>
          </a:xfrm>
          <a:prstGeom prst="ellipse">
            <a:avLst/>
          </a:prstGeom>
          <a:solidFill>
            <a:srgbClr val="6D28D9">
              <a:alpha val="14901"/>
            </a:srgbClr>
          </a:solidFill>
          <a:ln cap="flat" cmpd="sng" w="12700">
            <a:solidFill>
              <a:srgbClr val="6D28D9">
                <a:alpha val="14901"/>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4" name="Google Shape;74;g39698152b51_0_0"/>
          <p:cNvSpPr/>
          <p:nvPr/>
        </p:nvSpPr>
        <p:spPr>
          <a:xfrm>
            <a:off x="6400800" y="2743200"/>
            <a:ext cx="3657600" cy="2743200"/>
          </a:xfrm>
          <a:prstGeom prst="ellipse">
            <a:avLst/>
          </a:prstGeom>
          <a:solidFill>
            <a:srgbClr val="0F766E">
              <a:alpha val="12156"/>
            </a:srgbClr>
          </a:solidFill>
          <a:ln cap="flat" cmpd="sng" w="12700">
            <a:solidFill>
              <a:srgbClr val="0F766E">
                <a:alpha val="12156"/>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5" name="Google Shape;75;g39698152b51_0_0"/>
          <p:cNvSpPr/>
          <p:nvPr/>
        </p:nvSpPr>
        <p:spPr>
          <a:xfrm>
            <a:off x="7498080" y="164592"/>
            <a:ext cx="1463100" cy="292500"/>
          </a:xfrm>
          <a:prstGeom prst="roundRect">
            <a:avLst>
              <a:gd fmla="val 25000" name="adj"/>
            </a:avLst>
          </a:prstGeom>
          <a:solidFill>
            <a:srgbClr val="6D28D9">
              <a:alpha val="40000"/>
            </a:srgbClr>
          </a:solidFill>
          <a:ln cap="flat" cmpd="sng" w="12700">
            <a:solidFill>
              <a:srgbClr val="A78BFA">
                <a:alpha val="6000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6" name="Google Shape;76;g39698152b51_0_0"/>
          <p:cNvSpPr/>
          <p:nvPr/>
        </p:nvSpPr>
        <p:spPr>
          <a:xfrm>
            <a:off x="7498080" y="164592"/>
            <a:ext cx="1463100" cy="2925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A78BFA"/>
              </a:buClr>
              <a:buSzPts val="700"/>
              <a:buFont typeface="Calibri"/>
              <a:buNone/>
            </a:pPr>
            <a:r>
              <a:rPr b="1" i="0" lang="en-US" sz="700" u="none" cap="none" strike="noStrike">
                <a:solidFill>
                  <a:srgbClr val="A78BFA"/>
                </a:solidFill>
                <a:latin typeface="Calibri"/>
                <a:ea typeface="Calibri"/>
                <a:cs typeface="Calibri"/>
                <a:sym typeface="Calibri"/>
              </a:rPr>
              <a:t>INTRODUCCIÓN</a:t>
            </a:r>
            <a:endParaRPr b="0" i="0" sz="700" u="none" cap="none" strike="noStrike">
              <a:solidFill>
                <a:schemeClr val="dk1"/>
              </a:solidFill>
              <a:latin typeface="Calibri"/>
              <a:ea typeface="Calibri"/>
              <a:cs typeface="Calibri"/>
              <a:sym typeface="Calibri"/>
            </a:endParaRPr>
          </a:p>
        </p:txBody>
      </p:sp>
      <p:sp>
        <p:nvSpPr>
          <p:cNvPr id="77" name="Google Shape;77;g39698152b51_0_0"/>
          <p:cNvSpPr/>
          <p:nvPr/>
        </p:nvSpPr>
        <p:spPr>
          <a:xfrm>
            <a:off x="457200" y="320040"/>
            <a:ext cx="7593980" cy="5943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3000"/>
              <a:buFont typeface="Calibri"/>
              <a:buNone/>
            </a:pPr>
            <a:r>
              <a:rPr b="0" i="0" lang="en-US" sz="3000" u="none" cap="none" strike="noStrike">
                <a:solidFill>
                  <a:schemeClr val="lt1"/>
                </a:solidFill>
                <a:latin typeface="Calibri"/>
                <a:ea typeface="Calibri"/>
                <a:cs typeface="Calibri"/>
                <a:sym typeface="Calibri"/>
              </a:rPr>
              <a:t>Descripción y Contexto General del </a:t>
            </a:r>
            <a:r>
              <a:rPr lang="en-US" sz="3000">
                <a:solidFill>
                  <a:schemeClr val="lt1"/>
                </a:solidFill>
                <a:latin typeface="Calibri"/>
                <a:ea typeface="Calibri"/>
                <a:cs typeface="Calibri"/>
                <a:sym typeface="Calibri"/>
              </a:rPr>
              <a:t>Proyecto</a:t>
            </a:r>
            <a:endParaRPr b="0" i="0" sz="3000" u="none" cap="none" strike="noStrike">
              <a:solidFill>
                <a:schemeClr val="lt1"/>
              </a:solidFill>
              <a:latin typeface="Calibri"/>
              <a:ea typeface="Calibri"/>
              <a:cs typeface="Calibri"/>
              <a:sym typeface="Calibri"/>
            </a:endParaRPr>
          </a:p>
        </p:txBody>
      </p:sp>
      <p:sp>
        <p:nvSpPr>
          <p:cNvPr id="78" name="Google Shape;78;g39698152b51_0_0"/>
          <p:cNvSpPr/>
          <p:nvPr/>
        </p:nvSpPr>
        <p:spPr>
          <a:xfrm>
            <a:off x="340500" y="932750"/>
            <a:ext cx="8229600" cy="3657600"/>
          </a:xfrm>
          <a:prstGeom prst="roundRect">
            <a:avLst>
              <a:gd fmla="val 2857" name="adj"/>
            </a:avLst>
          </a:prstGeom>
          <a:solidFill>
            <a:srgbClr val="1E1B4B"/>
          </a:solidFill>
          <a:ln cap="flat" cmpd="sng" w="12700">
            <a:solidFill>
              <a:srgbClr val="6D28D9">
                <a:alpha val="40000"/>
              </a:srgbClr>
            </a:solidFill>
            <a:prstDash val="solid"/>
            <a:round/>
            <a:headEnd len="sm" w="sm" type="none"/>
            <a:tailEnd len="sm" w="sm" type="none"/>
          </a:ln>
          <a:effectLst>
            <a:outerShdw blurRad="101600" rotWithShape="0" algn="bl" dir="8100000" dist="38100">
              <a:srgbClr val="000000">
                <a:alpha val="25098"/>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9" name="Google Shape;79;g39698152b51_0_0"/>
          <p:cNvSpPr/>
          <p:nvPr/>
        </p:nvSpPr>
        <p:spPr>
          <a:xfrm>
            <a:off x="728250" y="1269582"/>
            <a:ext cx="7687500" cy="2910900"/>
          </a:xfrm>
          <a:prstGeom prst="rect">
            <a:avLst/>
          </a:prstGeom>
          <a:noFill/>
          <a:ln>
            <a:noFill/>
          </a:ln>
        </p:spPr>
        <p:txBody>
          <a:bodyPr anchorCtr="0" anchor="ctr" bIns="45700" lIns="91425" spcFirstLastPara="1" rIns="91425" wrap="square" tIns="45700">
            <a:noAutofit/>
          </a:bodyPr>
          <a:lstStyle/>
          <a:p>
            <a:pPr indent="-317500" lvl="0" marL="457200" marR="0" rtl="0" algn="l">
              <a:lnSpc>
                <a:spcPct val="100000"/>
              </a:lnSpc>
              <a:spcBef>
                <a:spcPts val="100"/>
              </a:spcBef>
              <a:spcAft>
                <a:spcPts val="0"/>
              </a:spcAft>
              <a:buClr>
                <a:schemeClr val="lt1"/>
              </a:buClr>
              <a:buSzPts val="1400"/>
              <a:buChar char="●"/>
            </a:pPr>
            <a:r>
              <a:rPr lang="en-US">
                <a:solidFill>
                  <a:schemeClr val="lt1"/>
                </a:solidFill>
              </a:rPr>
              <a:t>Bandify es una plataforma tecnológica integral diseñada para resolver la ineficiencia que enfrentan los músicos independientes chilenos al buscar colaboradores compatibles. A través de un entorno web geolocalizado, transformamos esta necesidad comunitaria de formar bandas en un servicio estructurado y escalable. </a:t>
            </a:r>
            <a:endParaRPr/>
          </a:p>
          <a:p>
            <a:pPr indent="0" lvl="0" marL="457200" marR="0" rtl="0" algn="l">
              <a:lnSpc>
                <a:spcPct val="100000"/>
              </a:lnSpc>
              <a:spcBef>
                <a:spcPts val="100"/>
              </a:spcBef>
              <a:spcAft>
                <a:spcPts val="0"/>
              </a:spcAft>
              <a:buNone/>
            </a:pPr>
            <a:r>
              <a:t/>
            </a:r>
            <a:endParaRPr i="0" sz="1400" u="none" cap="none" strike="noStrike">
              <a:solidFill>
                <a:schemeClr val="lt1"/>
              </a:solidFill>
            </a:endParaRPr>
          </a:p>
          <a:p>
            <a:pPr indent="-317500" lvl="0" marL="457200" marR="0" rtl="0" algn="l">
              <a:lnSpc>
                <a:spcPct val="100000"/>
              </a:lnSpc>
              <a:spcBef>
                <a:spcPts val="100"/>
              </a:spcBef>
              <a:spcAft>
                <a:spcPts val="0"/>
              </a:spcAft>
              <a:buClr>
                <a:schemeClr val="lt1"/>
              </a:buClr>
              <a:buSzPts val="1400"/>
              <a:buChar char="●"/>
            </a:pPr>
            <a:r>
              <a:rPr lang="en-US">
                <a:solidFill>
                  <a:schemeClr val="lt1"/>
                </a:solidFill>
              </a:rPr>
              <a:t>Nuestro principal diferenciador es la integración de Inteligencia Artificial mediante el sistema "ADN Musical". Este motor analiza las características acústicas de los demos de audio para calcular la compatibilidad entre usuarios y catalogar su estilo, generando recomendaciones objetivas basadas en el sonido real y no solo en etiquetas subjetivas. </a:t>
            </a:r>
            <a:endParaRPr>
              <a:solidFill>
                <a:schemeClr val="lt1"/>
              </a:solidFill>
            </a:endParaRPr>
          </a:p>
          <a:p>
            <a:pPr indent="0" lvl="0" marL="457200" marR="0" rtl="0" algn="l">
              <a:lnSpc>
                <a:spcPct val="100000"/>
              </a:lnSpc>
              <a:spcBef>
                <a:spcPts val="100"/>
              </a:spcBef>
              <a:spcAft>
                <a:spcPts val="0"/>
              </a:spcAft>
              <a:buNone/>
            </a:pPr>
            <a:r>
              <a:t/>
            </a:r>
            <a:endParaRPr>
              <a:solidFill>
                <a:schemeClr val="lt1"/>
              </a:solidFill>
            </a:endParaRPr>
          </a:p>
          <a:p>
            <a:pPr indent="-317500" lvl="0" marL="457200" marR="0" rtl="0" algn="l">
              <a:lnSpc>
                <a:spcPct val="100000"/>
              </a:lnSpc>
              <a:spcBef>
                <a:spcPts val="100"/>
              </a:spcBef>
              <a:spcAft>
                <a:spcPts val="0"/>
              </a:spcAft>
              <a:buClr>
                <a:schemeClr val="lt1"/>
              </a:buClr>
              <a:buSzPts val="1400"/>
              <a:buChar char="●"/>
            </a:pPr>
            <a:r>
              <a:rPr lang="en-US">
                <a:solidFill>
                  <a:schemeClr val="lt1"/>
                </a:solidFill>
              </a:rPr>
              <a:t>Para sostener y escalar esta innovación, la plataforma opera bajo un modelo SaaS Freemium. La capa gratuita asegura la creación de una comunidad sólida, la cual monetizamos de forma no intrusiva mediante suscripciones Premium y un Marketplace de tocatas locales, reteniendo un Application Fee del 5% sobre la venta de tickets para generar ingresos recurrentes. </a:t>
            </a:r>
            <a:endParaRPr i="0" sz="1400" u="none" cap="none" strike="noStrike">
              <a:solidFill>
                <a:schemeClr val="lt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0D1A"/>
        </a:solidFill>
      </p:bgPr>
    </p:bg>
    <p:spTree>
      <p:nvGrpSpPr>
        <p:cNvPr id="84" name="Shape 84"/>
        <p:cNvGrpSpPr/>
        <p:nvPr/>
      </p:nvGrpSpPr>
      <p:grpSpPr>
        <a:xfrm>
          <a:off x="0" y="0"/>
          <a:ext cx="0" cy="0"/>
          <a:chOff x="0" y="0"/>
          <a:chExt cx="0" cy="0"/>
        </a:xfrm>
      </p:grpSpPr>
      <p:sp>
        <p:nvSpPr>
          <p:cNvPr id="85" name="Google Shape;85;p2"/>
          <p:cNvSpPr/>
          <p:nvPr/>
        </p:nvSpPr>
        <p:spPr>
          <a:xfrm>
            <a:off x="-914400" y="-914400"/>
            <a:ext cx="4572000" cy="3657600"/>
          </a:xfrm>
          <a:prstGeom prst="ellipse">
            <a:avLst/>
          </a:prstGeom>
          <a:solidFill>
            <a:srgbClr val="6D28D9">
              <a:alpha val="14901"/>
            </a:srgbClr>
          </a:solidFill>
          <a:ln cap="flat" cmpd="sng" w="12700">
            <a:solidFill>
              <a:srgbClr val="6D28D9">
                <a:alpha val="14901"/>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6" name="Google Shape;86;p2"/>
          <p:cNvSpPr/>
          <p:nvPr/>
        </p:nvSpPr>
        <p:spPr>
          <a:xfrm>
            <a:off x="6400800" y="2743200"/>
            <a:ext cx="3657600" cy="2743200"/>
          </a:xfrm>
          <a:prstGeom prst="ellipse">
            <a:avLst/>
          </a:prstGeom>
          <a:solidFill>
            <a:srgbClr val="0F766E">
              <a:alpha val="12156"/>
            </a:srgbClr>
          </a:solidFill>
          <a:ln cap="flat" cmpd="sng" w="12700">
            <a:solidFill>
              <a:srgbClr val="0F766E">
                <a:alpha val="12156"/>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7" name="Google Shape;87;p2"/>
          <p:cNvSpPr/>
          <p:nvPr/>
        </p:nvSpPr>
        <p:spPr>
          <a:xfrm>
            <a:off x="7498080" y="164592"/>
            <a:ext cx="1463100" cy="292500"/>
          </a:xfrm>
          <a:prstGeom prst="roundRect">
            <a:avLst>
              <a:gd fmla="val 25000" name="adj"/>
            </a:avLst>
          </a:prstGeom>
          <a:solidFill>
            <a:srgbClr val="6D28D9">
              <a:alpha val="40000"/>
            </a:srgbClr>
          </a:solidFill>
          <a:ln cap="flat" cmpd="sng" w="12700">
            <a:solidFill>
              <a:srgbClr val="A78BFA">
                <a:alpha val="6000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8" name="Google Shape;88;p2"/>
          <p:cNvSpPr/>
          <p:nvPr/>
        </p:nvSpPr>
        <p:spPr>
          <a:xfrm>
            <a:off x="7498080" y="164592"/>
            <a:ext cx="1463100" cy="2925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A78BFA"/>
              </a:buClr>
              <a:buSzPts val="700"/>
              <a:buFont typeface="Calibri"/>
              <a:buNone/>
            </a:pPr>
            <a:r>
              <a:rPr b="1" i="0" lang="en-US" sz="700" u="none" cap="none" strike="noStrike">
                <a:solidFill>
                  <a:srgbClr val="A78BFA"/>
                </a:solidFill>
                <a:latin typeface="Calibri"/>
                <a:ea typeface="Calibri"/>
                <a:cs typeface="Calibri"/>
                <a:sym typeface="Calibri"/>
              </a:rPr>
              <a:t>INTRODUCCIÓN</a:t>
            </a:r>
            <a:endParaRPr b="0" i="0" sz="700" u="none" cap="none" strike="noStrike">
              <a:solidFill>
                <a:schemeClr val="dk1"/>
              </a:solidFill>
              <a:latin typeface="Calibri"/>
              <a:ea typeface="Calibri"/>
              <a:cs typeface="Calibri"/>
              <a:sym typeface="Calibri"/>
            </a:endParaRPr>
          </a:p>
        </p:txBody>
      </p:sp>
      <p:sp>
        <p:nvSpPr>
          <p:cNvPr id="89" name="Google Shape;89;p2"/>
          <p:cNvSpPr/>
          <p:nvPr/>
        </p:nvSpPr>
        <p:spPr>
          <a:xfrm>
            <a:off x="457200" y="457092"/>
            <a:ext cx="6858000" cy="5943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1" i="0" lang="en-US" sz="2800" u="none" cap="none" strike="noStrike">
                <a:solidFill>
                  <a:schemeClr val="lt1"/>
                </a:solidFill>
                <a:latin typeface="Arial"/>
                <a:ea typeface="Arial"/>
                <a:cs typeface="Arial"/>
                <a:sym typeface="Arial"/>
              </a:rPr>
              <a:t>Funcionalidades Principales</a:t>
            </a:r>
            <a:endParaRPr b="1" i="0" sz="32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rgbClr val="FFFFFF"/>
              </a:buClr>
              <a:buSzPts val="3000"/>
              <a:buFont typeface="Calibri"/>
              <a:buNone/>
            </a:pPr>
            <a:r>
              <a:t/>
            </a:r>
            <a:endParaRPr b="0" i="0" sz="3000" u="none" cap="none" strike="noStrike">
              <a:solidFill>
                <a:schemeClr val="dk1"/>
              </a:solidFill>
              <a:latin typeface="Calibri"/>
              <a:ea typeface="Calibri"/>
              <a:cs typeface="Calibri"/>
              <a:sym typeface="Calibri"/>
            </a:endParaRPr>
          </a:p>
        </p:txBody>
      </p:sp>
      <p:sp>
        <p:nvSpPr>
          <p:cNvPr id="90" name="Google Shape;90;p2"/>
          <p:cNvSpPr/>
          <p:nvPr/>
        </p:nvSpPr>
        <p:spPr>
          <a:xfrm>
            <a:off x="457200" y="868680"/>
            <a:ext cx="6858000" cy="3201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9CA3AF"/>
              </a:buClr>
              <a:buSzPts val="1300"/>
              <a:buFont typeface="Calibri"/>
              <a:buNone/>
            </a:pPr>
            <a:r>
              <a:rPr b="0" i="1" lang="en-US" sz="1300" u="none" cap="none" strike="noStrike">
                <a:solidFill>
                  <a:srgbClr val="9CA3AF"/>
                </a:solidFill>
                <a:latin typeface="Calibri"/>
                <a:ea typeface="Calibri"/>
                <a:cs typeface="Calibri"/>
                <a:sym typeface="Calibri"/>
              </a:rPr>
              <a:t>Una plataforma que transforma cómo se conectan los músicos en Chile</a:t>
            </a:r>
            <a:endParaRPr b="0" i="0" sz="1300" u="none" cap="none" strike="noStrike">
              <a:solidFill>
                <a:schemeClr val="dk1"/>
              </a:solidFill>
              <a:latin typeface="Calibri"/>
              <a:ea typeface="Calibri"/>
              <a:cs typeface="Calibri"/>
              <a:sym typeface="Calibri"/>
            </a:endParaRPr>
          </a:p>
        </p:txBody>
      </p:sp>
      <p:sp>
        <p:nvSpPr>
          <p:cNvPr id="91" name="Google Shape;91;p2"/>
          <p:cNvSpPr/>
          <p:nvPr/>
        </p:nvSpPr>
        <p:spPr>
          <a:xfrm>
            <a:off x="457200" y="1170432"/>
            <a:ext cx="8229600" cy="22800"/>
          </a:xfrm>
          <a:prstGeom prst="rect">
            <a:avLst/>
          </a:prstGeom>
          <a:solidFill>
            <a:srgbClr val="6D28D9">
              <a:alpha val="50196"/>
            </a:srgbClr>
          </a:solidFill>
          <a:ln cap="flat" cmpd="sng" w="12700">
            <a:solidFill>
              <a:srgbClr val="6D28D9">
                <a:alpha val="50196"/>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2" name="Google Shape;92;p2"/>
          <p:cNvSpPr/>
          <p:nvPr/>
        </p:nvSpPr>
        <p:spPr>
          <a:xfrm>
            <a:off x="892098" y="1398972"/>
            <a:ext cx="7010399" cy="3253808"/>
          </a:xfrm>
          <a:prstGeom prst="roundRect">
            <a:avLst>
              <a:gd fmla="val 2857" name="adj"/>
            </a:avLst>
          </a:prstGeom>
          <a:solidFill>
            <a:srgbClr val="1E1B4B"/>
          </a:solidFill>
          <a:ln cap="flat" cmpd="sng" w="12700">
            <a:solidFill>
              <a:srgbClr val="6D28D9">
                <a:alpha val="40000"/>
              </a:srgbClr>
            </a:solidFill>
            <a:prstDash val="solid"/>
            <a:round/>
            <a:headEnd len="sm" w="sm" type="none"/>
            <a:tailEnd len="sm" w="sm" type="none"/>
          </a:ln>
          <a:effectLst>
            <a:outerShdw blurRad="101600" rotWithShape="0" algn="bl" dir="8100000" dist="38100">
              <a:srgbClr val="000000">
                <a:alpha val="25098"/>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3" name="Google Shape;93;p2"/>
          <p:cNvSpPr txBox="1"/>
          <p:nvPr/>
        </p:nvSpPr>
        <p:spPr>
          <a:xfrm>
            <a:off x="1025912" y="1490533"/>
            <a:ext cx="6705600" cy="310854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chemeClr val="lt1"/>
                </a:solidFill>
                <a:latin typeface="Arial"/>
                <a:ea typeface="Arial"/>
                <a:cs typeface="Arial"/>
                <a:sym typeface="Arial"/>
              </a:rPr>
              <a:t>- Registro y autenticación segura mediante JWT y bcrypt. </a:t>
            </a:r>
            <a:endParaRPr/>
          </a:p>
          <a:p>
            <a:pPr indent="0" lvl="0" marL="0" marR="0" rtl="0" algn="l">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None/>
            </a:pPr>
            <a:r>
              <a:rPr b="0" i="0" lang="en-US" sz="1400" u="none" cap="none" strike="noStrike">
                <a:solidFill>
                  <a:schemeClr val="lt1"/>
                </a:solidFill>
                <a:latin typeface="Arial"/>
                <a:ea typeface="Arial"/>
                <a:cs typeface="Arial"/>
                <a:sym typeface="Arial"/>
              </a:rPr>
              <a:t>- Recuperación de contraseñas mediante integración con Brevo. </a:t>
            </a:r>
            <a:endParaRPr/>
          </a:p>
          <a:p>
            <a:pPr indent="0" lvl="0" marL="0" marR="0" rtl="0" algn="l">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None/>
            </a:pPr>
            <a:r>
              <a:rPr b="0" i="0" lang="en-US" sz="1400" u="none" cap="none" strike="noStrike">
                <a:solidFill>
                  <a:schemeClr val="lt1"/>
                </a:solidFill>
                <a:latin typeface="Arial"/>
                <a:ea typeface="Arial"/>
                <a:cs typeface="Arial"/>
                <a:sym typeface="Arial"/>
              </a:rPr>
              <a:t>- Matching musical mediante Inteligencia Artificial. </a:t>
            </a:r>
            <a:endParaRPr/>
          </a:p>
          <a:p>
            <a:pPr indent="0" lvl="0" marL="0" marR="0" rtl="0" algn="l">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None/>
            </a:pPr>
            <a:r>
              <a:rPr b="0" i="0" lang="en-US" sz="1400" u="none" cap="none" strike="noStrike">
                <a:solidFill>
                  <a:schemeClr val="lt1"/>
                </a:solidFill>
                <a:latin typeface="Arial"/>
                <a:ea typeface="Arial"/>
                <a:cs typeface="Arial"/>
                <a:sym typeface="Arial"/>
              </a:rPr>
              <a:t>- Módulo de eventos georreferenciados (Tocatas). </a:t>
            </a:r>
            <a:endParaRPr/>
          </a:p>
          <a:p>
            <a:pPr indent="0" lvl="0" marL="0" marR="0" rtl="0" algn="l">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None/>
            </a:pPr>
            <a:r>
              <a:rPr b="0" i="0" lang="en-US" sz="1400" u="none" cap="none" strike="noStrike">
                <a:solidFill>
                  <a:schemeClr val="lt1"/>
                </a:solidFill>
                <a:latin typeface="Arial"/>
                <a:ea typeface="Arial"/>
                <a:cs typeface="Arial"/>
                <a:sym typeface="Arial"/>
              </a:rPr>
              <a:t>- Mensajería interna entre músicos. </a:t>
            </a:r>
            <a:endParaRPr/>
          </a:p>
          <a:p>
            <a:pPr indent="0" lvl="0" marL="0" marR="0" rtl="0" algn="l">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None/>
            </a:pPr>
            <a:r>
              <a:rPr b="0" i="0" lang="en-US" sz="1400" u="none" cap="none" strike="noStrike">
                <a:solidFill>
                  <a:schemeClr val="lt1"/>
                </a:solidFill>
                <a:latin typeface="Arial"/>
                <a:ea typeface="Arial"/>
                <a:cs typeface="Arial"/>
                <a:sym typeface="Arial"/>
              </a:rPr>
              <a:t>- Sistema Premium con límites diferenciados de almacenamiento. </a:t>
            </a:r>
            <a:endParaRPr/>
          </a:p>
          <a:p>
            <a:pPr indent="0" lvl="0" marL="0" marR="0" rtl="0" algn="l">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None/>
            </a:pPr>
            <a:r>
              <a:rPr b="0" i="0" lang="en-US" sz="1400" u="none" cap="none" strike="noStrike">
                <a:solidFill>
                  <a:schemeClr val="lt1"/>
                </a:solidFill>
                <a:latin typeface="Arial"/>
                <a:ea typeface="Arial"/>
                <a:cs typeface="Arial"/>
                <a:sym typeface="Arial"/>
              </a:rPr>
              <a:t>- Panel de administración con control de acceso basado en roles (RBAC).</a:t>
            </a:r>
            <a:endParaRPr/>
          </a:p>
          <a:p>
            <a:pPr indent="0" lvl="0" marL="0" marR="0" rtl="0" algn="l">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0D1A"/>
        </a:solidFill>
      </p:bgPr>
    </p:bg>
    <p:spTree>
      <p:nvGrpSpPr>
        <p:cNvPr id="98" name="Shape 98"/>
        <p:cNvGrpSpPr/>
        <p:nvPr/>
      </p:nvGrpSpPr>
      <p:grpSpPr>
        <a:xfrm>
          <a:off x="0" y="0"/>
          <a:ext cx="0" cy="0"/>
          <a:chOff x="0" y="0"/>
          <a:chExt cx="0" cy="0"/>
        </a:xfrm>
      </p:grpSpPr>
      <p:sp>
        <p:nvSpPr>
          <p:cNvPr id="99" name="Google Shape;99;g3ee625e7c71_0_0"/>
          <p:cNvSpPr/>
          <p:nvPr/>
        </p:nvSpPr>
        <p:spPr>
          <a:xfrm>
            <a:off x="-1048215" y="-1962614"/>
            <a:ext cx="6400800" cy="6400800"/>
          </a:xfrm>
          <a:prstGeom prst="ellipse">
            <a:avLst/>
          </a:prstGeom>
          <a:solidFill>
            <a:srgbClr val="6D28D9">
              <a:alpha val="18039"/>
            </a:srgbClr>
          </a:solidFill>
          <a:ln cap="flat" cmpd="sng" w="12700">
            <a:solidFill>
              <a:srgbClr val="6D28D9">
                <a:alpha val="18039"/>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0" name="Google Shape;100;g3ee625e7c71_0_0"/>
          <p:cNvSpPr/>
          <p:nvPr/>
        </p:nvSpPr>
        <p:spPr>
          <a:xfrm>
            <a:off x="2471143" y="5"/>
            <a:ext cx="8229600" cy="12801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dk1"/>
              </a:buClr>
              <a:buSzPts val="2400"/>
              <a:buFont typeface="Arial"/>
              <a:buNone/>
            </a:pPr>
            <a:r>
              <a:rPr lang="en-US" sz="2400">
                <a:solidFill>
                  <a:srgbClr val="14B8A6"/>
                </a:solidFill>
                <a:latin typeface="Barlow Semi Condensed Medium"/>
                <a:ea typeface="Barlow Semi Condensed Medium"/>
                <a:cs typeface="Barlow Semi Condensed Medium"/>
                <a:sym typeface="Barlow Semi Condensed Medium"/>
              </a:rPr>
              <a:t>Análisis y Catalogación de la Música</a:t>
            </a:r>
            <a:endParaRPr sz="2400">
              <a:solidFill>
                <a:srgbClr val="14B8A6"/>
              </a:solidFill>
              <a:latin typeface="Barlow Semi Condensed Medium"/>
              <a:ea typeface="Barlow Semi Condensed Medium"/>
              <a:cs typeface="Barlow Semi Condensed Medium"/>
              <a:sym typeface="Barlow Semi Condensed Medium"/>
            </a:endParaRPr>
          </a:p>
          <a:p>
            <a:pPr indent="0" lvl="0" marL="0" marR="0" rtl="0" algn="l">
              <a:lnSpc>
                <a:spcPct val="100000"/>
              </a:lnSpc>
              <a:spcBef>
                <a:spcPts val="0"/>
              </a:spcBef>
              <a:spcAft>
                <a:spcPts val="0"/>
              </a:spcAft>
              <a:buNone/>
            </a:pPr>
            <a:r>
              <a:t/>
            </a:r>
            <a:endParaRPr sz="2400">
              <a:solidFill>
                <a:srgbClr val="14B8A6"/>
              </a:solidFill>
              <a:latin typeface="Barlow Semi Condensed Medium"/>
              <a:ea typeface="Barlow Semi Condensed Medium"/>
              <a:cs typeface="Barlow Semi Condensed Medium"/>
              <a:sym typeface="Barlow Semi Condensed Medium"/>
            </a:endParaRPr>
          </a:p>
        </p:txBody>
      </p:sp>
      <p:sp>
        <p:nvSpPr>
          <p:cNvPr id="101" name="Google Shape;101;g3ee625e7c71_0_0"/>
          <p:cNvSpPr txBox="1"/>
          <p:nvPr/>
        </p:nvSpPr>
        <p:spPr>
          <a:xfrm>
            <a:off x="1400664" y="1269500"/>
            <a:ext cx="3022800" cy="524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704"/>
              <a:buFont typeface="Arial"/>
              <a:buNone/>
            </a:pPr>
            <a:r>
              <a:rPr b="1" lang="en-US" sz="1704">
                <a:solidFill>
                  <a:srgbClr val="14B8A6"/>
                </a:solidFill>
                <a:latin typeface="Urbanist"/>
                <a:ea typeface="Urbanist"/>
                <a:cs typeface="Urbanist"/>
                <a:sym typeface="Urbanist"/>
              </a:rPr>
              <a:t>Escucha el demo</a:t>
            </a:r>
            <a:endParaRPr sz="1591">
              <a:solidFill>
                <a:srgbClr val="14B8A6"/>
              </a:solidFill>
            </a:endParaRPr>
          </a:p>
          <a:p>
            <a:pPr indent="0" lvl="0" marL="0" marR="0" rtl="0" algn="l">
              <a:spcBef>
                <a:spcPts val="0"/>
              </a:spcBef>
              <a:spcAft>
                <a:spcPts val="0"/>
              </a:spcAft>
              <a:buNone/>
            </a:pPr>
            <a:r>
              <a:t/>
            </a:r>
            <a:endParaRPr b="1" sz="1704">
              <a:solidFill>
                <a:srgbClr val="14B8A6"/>
              </a:solidFill>
              <a:latin typeface="Urbanist"/>
              <a:ea typeface="Urbanist"/>
              <a:cs typeface="Urbanist"/>
              <a:sym typeface="Urbanist"/>
            </a:endParaRPr>
          </a:p>
        </p:txBody>
      </p:sp>
      <p:sp>
        <p:nvSpPr>
          <p:cNvPr id="102" name="Google Shape;102;g3ee625e7c71_0_0"/>
          <p:cNvSpPr txBox="1"/>
          <p:nvPr/>
        </p:nvSpPr>
        <p:spPr>
          <a:xfrm>
            <a:off x="1382439" y="1637473"/>
            <a:ext cx="2878800" cy="1154100"/>
          </a:xfrm>
          <a:prstGeom prst="rect">
            <a:avLst/>
          </a:prstGeom>
          <a:noFill/>
          <a:ln>
            <a:noFill/>
          </a:ln>
        </p:spPr>
        <p:txBody>
          <a:bodyPr anchorCtr="0" anchor="t" bIns="0" lIns="0" spcFirstLastPara="1" rIns="0" wrap="square" tIns="0">
            <a:spAutoFit/>
          </a:bodyPr>
          <a:lstStyle/>
          <a:p>
            <a:pPr indent="0" lvl="0" marL="0" rtl="0" algn="l">
              <a:lnSpc>
                <a:spcPct val="150000"/>
              </a:lnSpc>
              <a:spcBef>
                <a:spcPts val="0"/>
              </a:spcBef>
              <a:spcAft>
                <a:spcPts val="0"/>
              </a:spcAft>
              <a:buClr>
                <a:schemeClr val="dk1"/>
              </a:buClr>
              <a:buSzPts val="1363"/>
              <a:buFont typeface="Arial"/>
              <a:buNone/>
            </a:pPr>
            <a:r>
              <a:rPr lang="en-US" sz="1363">
                <a:solidFill>
                  <a:srgbClr val="CBD5E1"/>
                </a:solidFill>
                <a:latin typeface="Lato"/>
                <a:ea typeface="Lato"/>
                <a:cs typeface="Lato"/>
                <a:sym typeface="Lato"/>
              </a:rPr>
              <a:t>La IA (Librosa) convierte el demo en un vector de 27 dimensiones que captura su timbre, armonía y ritmo.</a:t>
            </a:r>
            <a:endParaRPr sz="1591">
              <a:solidFill>
                <a:schemeClr val="dk1"/>
              </a:solidFill>
            </a:endParaRPr>
          </a:p>
          <a:p>
            <a:pPr indent="0" lvl="0" marL="0" marR="0" rtl="0" algn="l">
              <a:lnSpc>
                <a:spcPct val="150000"/>
              </a:lnSpc>
              <a:spcBef>
                <a:spcPts val="0"/>
              </a:spcBef>
              <a:spcAft>
                <a:spcPts val="0"/>
              </a:spcAft>
              <a:buNone/>
            </a:pPr>
            <a:r>
              <a:t/>
            </a:r>
            <a:endParaRPr sz="1363">
              <a:solidFill>
                <a:srgbClr val="CBD5E1"/>
              </a:solidFill>
              <a:latin typeface="Lato"/>
              <a:ea typeface="Lato"/>
              <a:cs typeface="Lato"/>
              <a:sym typeface="Lato"/>
            </a:endParaRPr>
          </a:p>
        </p:txBody>
      </p:sp>
      <p:sp>
        <p:nvSpPr>
          <p:cNvPr id="103" name="Google Shape;103;g3ee625e7c71_0_0"/>
          <p:cNvSpPr txBox="1"/>
          <p:nvPr/>
        </p:nvSpPr>
        <p:spPr>
          <a:xfrm>
            <a:off x="5003770" y="1269500"/>
            <a:ext cx="3042300" cy="524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704"/>
              <a:buFont typeface="Arial"/>
              <a:buNone/>
            </a:pPr>
            <a:r>
              <a:rPr b="1" lang="en-US" sz="1704">
                <a:solidFill>
                  <a:srgbClr val="14B8A6"/>
                </a:solidFill>
                <a:latin typeface="Urbanist"/>
                <a:ea typeface="Urbanist"/>
                <a:cs typeface="Urbanist"/>
                <a:sym typeface="Urbanist"/>
              </a:rPr>
              <a:t>El ADN Sonoro</a:t>
            </a:r>
            <a:endParaRPr sz="1591">
              <a:solidFill>
                <a:srgbClr val="14B8A6"/>
              </a:solidFill>
            </a:endParaRPr>
          </a:p>
          <a:p>
            <a:pPr indent="0" lvl="0" marL="0" marR="0" rtl="0" algn="l">
              <a:spcBef>
                <a:spcPts val="0"/>
              </a:spcBef>
              <a:spcAft>
                <a:spcPts val="0"/>
              </a:spcAft>
              <a:buNone/>
            </a:pPr>
            <a:r>
              <a:t/>
            </a:r>
            <a:endParaRPr b="1" sz="1704">
              <a:solidFill>
                <a:srgbClr val="14B8A6"/>
              </a:solidFill>
              <a:latin typeface="Urbanist"/>
              <a:ea typeface="Urbanist"/>
              <a:cs typeface="Urbanist"/>
              <a:sym typeface="Urbanist"/>
            </a:endParaRPr>
          </a:p>
        </p:txBody>
      </p:sp>
      <p:sp>
        <p:nvSpPr>
          <p:cNvPr id="104" name="Google Shape;104;g3ee625e7c71_0_0"/>
          <p:cNvSpPr txBox="1"/>
          <p:nvPr/>
        </p:nvSpPr>
        <p:spPr>
          <a:xfrm>
            <a:off x="5003770" y="1637473"/>
            <a:ext cx="2897100" cy="1154100"/>
          </a:xfrm>
          <a:prstGeom prst="rect">
            <a:avLst/>
          </a:prstGeom>
          <a:noFill/>
          <a:ln>
            <a:noFill/>
          </a:ln>
        </p:spPr>
        <p:txBody>
          <a:bodyPr anchorCtr="0" anchor="t" bIns="0" lIns="0" spcFirstLastPara="1" rIns="0" wrap="square" tIns="0">
            <a:spAutoFit/>
          </a:bodyPr>
          <a:lstStyle/>
          <a:p>
            <a:pPr indent="0" lvl="0" marL="0" rtl="0" algn="l">
              <a:lnSpc>
                <a:spcPct val="150000"/>
              </a:lnSpc>
              <a:spcBef>
                <a:spcPts val="0"/>
              </a:spcBef>
              <a:spcAft>
                <a:spcPts val="0"/>
              </a:spcAft>
              <a:buClr>
                <a:schemeClr val="dk1"/>
              </a:buClr>
              <a:buSzPts val="1363"/>
              <a:buFont typeface="Arial"/>
              <a:buNone/>
            </a:pPr>
            <a:r>
              <a:rPr lang="en-US" sz="1363">
                <a:solidFill>
                  <a:srgbClr val="CBD5E1"/>
                </a:solidFill>
                <a:latin typeface="Lato"/>
                <a:ea typeface="Lato"/>
                <a:cs typeface="Lato"/>
                <a:sym typeface="Lato"/>
              </a:rPr>
              <a:t>De esa huella se extraen métricas claras: tempo, energía, tonalidad  y carácter percusivo. Es el ADN Sonoro.</a:t>
            </a:r>
            <a:endParaRPr sz="1591">
              <a:solidFill>
                <a:schemeClr val="dk1"/>
              </a:solidFill>
            </a:endParaRPr>
          </a:p>
          <a:p>
            <a:pPr indent="0" lvl="0" marL="0" marR="0" rtl="0" algn="l">
              <a:lnSpc>
                <a:spcPct val="150000"/>
              </a:lnSpc>
              <a:spcBef>
                <a:spcPts val="0"/>
              </a:spcBef>
              <a:spcAft>
                <a:spcPts val="0"/>
              </a:spcAft>
              <a:buNone/>
            </a:pPr>
            <a:r>
              <a:t/>
            </a:r>
            <a:endParaRPr sz="1363">
              <a:solidFill>
                <a:srgbClr val="CBD5E1"/>
              </a:solidFill>
              <a:latin typeface="Lato"/>
              <a:ea typeface="Lato"/>
              <a:cs typeface="Lato"/>
              <a:sym typeface="Lato"/>
            </a:endParaRPr>
          </a:p>
        </p:txBody>
      </p:sp>
      <p:sp>
        <p:nvSpPr>
          <p:cNvPr id="105" name="Google Shape;105;g3ee625e7c71_0_0"/>
          <p:cNvSpPr txBox="1"/>
          <p:nvPr/>
        </p:nvSpPr>
        <p:spPr>
          <a:xfrm>
            <a:off x="1364146" y="2936202"/>
            <a:ext cx="3061200" cy="524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704"/>
              <a:buFont typeface="Arial"/>
              <a:buNone/>
            </a:pPr>
            <a:r>
              <a:rPr b="1" lang="en-US" sz="1704">
                <a:solidFill>
                  <a:srgbClr val="14B8A6"/>
                </a:solidFill>
                <a:latin typeface="Urbanist"/>
                <a:ea typeface="Urbanist"/>
                <a:cs typeface="Urbanist"/>
                <a:sym typeface="Urbanist"/>
              </a:rPr>
              <a:t>Sugiere un estilo</a:t>
            </a:r>
            <a:endParaRPr sz="1591">
              <a:solidFill>
                <a:srgbClr val="14B8A6"/>
              </a:solidFill>
            </a:endParaRPr>
          </a:p>
          <a:p>
            <a:pPr indent="0" lvl="0" marL="0" marR="0" rtl="0" algn="l">
              <a:spcBef>
                <a:spcPts val="0"/>
              </a:spcBef>
              <a:spcAft>
                <a:spcPts val="0"/>
              </a:spcAft>
              <a:buNone/>
            </a:pPr>
            <a:r>
              <a:t/>
            </a:r>
            <a:endParaRPr b="1" sz="1704">
              <a:solidFill>
                <a:srgbClr val="14B8A6"/>
              </a:solidFill>
              <a:latin typeface="Urbanist"/>
              <a:ea typeface="Urbanist"/>
              <a:cs typeface="Urbanist"/>
              <a:sym typeface="Urbanist"/>
            </a:endParaRPr>
          </a:p>
        </p:txBody>
      </p:sp>
      <p:sp>
        <p:nvSpPr>
          <p:cNvPr id="106" name="Google Shape;106;g3ee625e7c71_0_0"/>
          <p:cNvSpPr txBox="1"/>
          <p:nvPr/>
        </p:nvSpPr>
        <p:spPr>
          <a:xfrm>
            <a:off x="1364146" y="3304175"/>
            <a:ext cx="2915400" cy="1154100"/>
          </a:xfrm>
          <a:prstGeom prst="rect">
            <a:avLst/>
          </a:prstGeom>
          <a:noFill/>
          <a:ln>
            <a:noFill/>
          </a:ln>
        </p:spPr>
        <p:txBody>
          <a:bodyPr anchorCtr="0" anchor="t" bIns="0" lIns="0" spcFirstLastPara="1" rIns="0" wrap="square" tIns="0">
            <a:spAutoFit/>
          </a:bodyPr>
          <a:lstStyle/>
          <a:p>
            <a:pPr indent="0" lvl="0" marL="0" rtl="0" algn="l">
              <a:lnSpc>
                <a:spcPct val="150000"/>
              </a:lnSpc>
              <a:spcBef>
                <a:spcPts val="0"/>
              </a:spcBef>
              <a:spcAft>
                <a:spcPts val="0"/>
              </a:spcAft>
              <a:buClr>
                <a:schemeClr val="dk1"/>
              </a:buClr>
              <a:buSzPts val="1363"/>
              <a:buFont typeface="Arial"/>
              <a:buNone/>
            </a:pPr>
            <a:r>
              <a:rPr lang="en-US" sz="1363">
                <a:solidFill>
                  <a:srgbClr val="CBD5E1"/>
                </a:solidFill>
                <a:latin typeface="Lato"/>
                <a:ea typeface="Lato"/>
                <a:cs typeface="Lato"/>
                <a:sym typeface="Lato"/>
              </a:rPr>
              <a:t>Un clasificador de umbrales lee esas métricas y sugiere etiquetas de estilo (#Rock, #Indie).</a:t>
            </a:r>
            <a:endParaRPr sz="1591">
              <a:solidFill>
                <a:schemeClr val="dk1"/>
              </a:solidFill>
            </a:endParaRPr>
          </a:p>
          <a:p>
            <a:pPr indent="0" lvl="0" marL="0" marR="0" rtl="0" algn="l">
              <a:lnSpc>
                <a:spcPct val="150000"/>
              </a:lnSpc>
              <a:spcBef>
                <a:spcPts val="0"/>
              </a:spcBef>
              <a:spcAft>
                <a:spcPts val="0"/>
              </a:spcAft>
              <a:buNone/>
            </a:pPr>
            <a:r>
              <a:t/>
            </a:r>
            <a:endParaRPr sz="1363">
              <a:solidFill>
                <a:srgbClr val="CBD5E1"/>
              </a:solidFill>
              <a:latin typeface="Lato"/>
              <a:ea typeface="Lato"/>
              <a:cs typeface="Lato"/>
              <a:sym typeface="Lato"/>
            </a:endParaRPr>
          </a:p>
        </p:txBody>
      </p:sp>
      <p:sp>
        <p:nvSpPr>
          <p:cNvPr id="107" name="Google Shape;107;g3ee625e7c71_0_0"/>
          <p:cNvSpPr txBox="1"/>
          <p:nvPr/>
        </p:nvSpPr>
        <p:spPr>
          <a:xfrm>
            <a:off x="4967252" y="2936202"/>
            <a:ext cx="3080400" cy="524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704"/>
              <a:buFont typeface="Arial"/>
              <a:buNone/>
            </a:pPr>
            <a:r>
              <a:rPr b="1" lang="en-US" sz="1704">
                <a:solidFill>
                  <a:srgbClr val="14B8A6"/>
                </a:solidFill>
                <a:latin typeface="Urbanist"/>
                <a:ea typeface="Urbanist"/>
                <a:cs typeface="Urbanist"/>
                <a:sym typeface="Urbanist"/>
              </a:rPr>
              <a:t>¿Y la compatibilidad?</a:t>
            </a:r>
            <a:endParaRPr sz="1591">
              <a:solidFill>
                <a:srgbClr val="14B8A6"/>
              </a:solidFill>
            </a:endParaRPr>
          </a:p>
          <a:p>
            <a:pPr indent="0" lvl="0" marL="0" marR="0" rtl="0" algn="l">
              <a:spcBef>
                <a:spcPts val="0"/>
              </a:spcBef>
              <a:spcAft>
                <a:spcPts val="0"/>
              </a:spcAft>
              <a:buNone/>
            </a:pPr>
            <a:r>
              <a:t/>
            </a:r>
            <a:endParaRPr b="1" sz="1704">
              <a:solidFill>
                <a:srgbClr val="14B8A6"/>
              </a:solidFill>
              <a:latin typeface="Urbanist"/>
              <a:ea typeface="Urbanist"/>
              <a:cs typeface="Urbanist"/>
              <a:sym typeface="Urbanist"/>
            </a:endParaRPr>
          </a:p>
        </p:txBody>
      </p:sp>
      <p:sp>
        <p:nvSpPr>
          <p:cNvPr id="108" name="Google Shape;108;g3ee625e7c71_0_0"/>
          <p:cNvSpPr txBox="1"/>
          <p:nvPr/>
        </p:nvSpPr>
        <p:spPr>
          <a:xfrm>
            <a:off x="4967252" y="3304175"/>
            <a:ext cx="2933700" cy="1154100"/>
          </a:xfrm>
          <a:prstGeom prst="rect">
            <a:avLst/>
          </a:prstGeom>
          <a:noFill/>
          <a:ln>
            <a:noFill/>
          </a:ln>
        </p:spPr>
        <p:txBody>
          <a:bodyPr anchorCtr="0" anchor="t" bIns="0" lIns="0" spcFirstLastPara="1" rIns="0" wrap="square" tIns="0">
            <a:spAutoFit/>
          </a:bodyPr>
          <a:lstStyle/>
          <a:p>
            <a:pPr indent="0" lvl="0" marL="0" rtl="0" algn="l">
              <a:lnSpc>
                <a:spcPct val="150000"/>
              </a:lnSpc>
              <a:spcBef>
                <a:spcPts val="0"/>
              </a:spcBef>
              <a:spcAft>
                <a:spcPts val="0"/>
              </a:spcAft>
              <a:buClr>
                <a:schemeClr val="dk1"/>
              </a:buClr>
              <a:buSzPts val="1363"/>
              <a:buFont typeface="Arial"/>
              <a:buNone/>
            </a:pPr>
            <a:r>
              <a:rPr lang="en-US" sz="1363">
                <a:solidFill>
                  <a:srgbClr val="CBD5E1"/>
                </a:solidFill>
                <a:latin typeface="Lato"/>
                <a:ea typeface="Lato"/>
                <a:cs typeface="Lato"/>
                <a:sym typeface="Lato"/>
              </a:rPr>
              <a:t>Son guía visual: el match no las usa. Combina la huella sonora (40%) y los géneros del perfil (60%).</a:t>
            </a:r>
            <a:endParaRPr sz="1591">
              <a:solidFill>
                <a:schemeClr val="dk1"/>
              </a:solidFill>
            </a:endParaRPr>
          </a:p>
          <a:p>
            <a:pPr indent="0" lvl="0" marL="0" marR="0" rtl="0" algn="l">
              <a:lnSpc>
                <a:spcPct val="150000"/>
              </a:lnSpc>
              <a:spcBef>
                <a:spcPts val="0"/>
              </a:spcBef>
              <a:spcAft>
                <a:spcPts val="0"/>
              </a:spcAft>
              <a:buNone/>
            </a:pPr>
            <a:r>
              <a:t/>
            </a:r>
            <a:endParaRPr sz="1363">
              <a:solidFill>
                <a:srgbClr val="CBD5E1"/>
              </a:solidFill>
              <a:latin typeface="Lato"/>
              <a:ea typeface="Lato"/>
              <a:cs typeface="Lato"/>
              <a:sym typeface="Lato"/>
            </a:endParaRPr>
          </a:p>
        </p:txBody>
      </p:sp>
      <p:sp>
        <p:nvSpPr>
          <p:cNvPr id="109" name="Google Shape;109;g3ee625e7c71_0_0"/>
          <p:cNvSpPr txBox="1"/>
          <p:nvPr/>
        </p:nvSpPr>
        <p:spPr>
          <a:xfrm>
            <a:off x="914400" y="1531700"/>
            <a:ext cx="327000" cy="69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3300">
                <a:solidFill>
                  <a:srgbClr val="14B8A6"/>
                </a:solidFill>
                <a:latin typeface="Amatic SC"/>
                <a:ea typeface="Amatic SC"/>
                <a:cs typeface="Amatic SC"/>
                <a:sym typeface="Amatic SC"/>
              </a:rPr>
              <a:t>1</a:t>
            </a:r>
            <a:endParaRPr sz="3300">
              <a:solidFill>
                <a:srgbClr val="14B8A6"/>
              </a:solidFill>
              <a:latin typeface="Amatic SC"/>
              <a:ea typeface="Amatic SC"/>
              <a:cs typeface="Amatic SC"/>
              <a:sym typeface="Amatic SC"/>
            </a:endParaRPr>
          </a:p>
        </p:txBody>
      </p:sp>
      <p:sp>
        <p:nvSpPr>
          <p:cNvPr id="110" name="Google Shape;110;g3ee625e7c71_0_0"/>
          <p:cNvSpPr txBox="1"/>
          <p:nvPr/>
        </p:nvSpPr>
        <p:spPr>
          <a:xfrm>
            <a:off x="4537700" y="1637475"/>
            <a:ext cx="327000" cy="69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3300">
                <a:solidFill>
                  <a:srgbClr val="14B8A6"/>
                </a:solidFill>
                <a:latin typeface="Amatic SC"/>
                <a:ea typeface="Amatic SC"/>
                <a:cs typeface="Amatic SC"/>
                <a:sym typeface="Amatic SC"/>
              </a:rPr>
              <a:t>2</a:t>
            </a:r>
            <a:endParaRPr sz="3300">
              <a:solidFill>
                <a:srgbClr val="14B8A6"/>
              </a:solidFill>
              <a:latin typeface="Amatic SC"/>
              <a:ea typeface="Amatic SC"/>
              <a:cs typeface="Amatic SC"/>
              <a:sym typeface="Amatic SC"/>
            </a:endParaRPr>
          </a:p>
        </p:txBody>
      </p:sp>
      <p:sp>
        <p:nvSpPr>
          <p:cNvPr id="111" name="Google Shape;111;g3ee625e7c71_0_0"/>
          <p:cNvSpPr txBox="1"/>
          <p:nvPr/>
        </p:nvSpPr>
        <p:spPr>
          <a:xfrm>
            <a:off x="854500" y="3198400"/>
            <a:ext cx="327000" cy="69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3300">
                <a:solidFill>
                  <a:srgbClr val="14B8A6"/>
                </a:solidFill>
                <a:latin typeface="Amatic SC"/>
                <a:ea typeface="Amatic SC"/>
                <a:cs typeface="Amatic SC"/>
                <a:sym typeface="Amatic SC"/>
              </a:rPr>
              <a:t>3</a:t>
            </a:r>
            <a:endParaRPr sz="3300">
              <a:solidFill>
                <a:srgbClr val="14B8A6"/>
              </a:solidFill>
              <a:latin typeface="Amatic SC"/>
              <a:ea typeface="Amatic SC"/>
              <a:cs typeface="Amatic SC"/>
              <a:sym typeface="Amatic SC"/>
            </a:endParaRPr>
          </a:p>
        </p:txBody>
      </p:sp>
      <p:sp>
        <p:nvSpPr>
          <p:cNvPr id="112" name="Google Shape;112;g3ee625e7c71_0_0"/>
          <p:cNvSpPr txBox="1"/>
          <p:nvPr/>
        </p:nvSpPr>
        <p:spPr>
          <a:xfrm>
            <a:off x="4408500" y="3198400"/>
            <a:ext cx="327000" cy="69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3300">
                <a:solidFill>
                  <a:srgbClr val="14B8A6"/>
                </a:solidFill>
                <a:latin typeface="Amatic SC"/>
                <a:ea typeface="Amatic SC"/>
                <a:cs typeface="Amatic SC"/>
                <a:sym typeface="Amatic SC"/>
              </a:rPr>
              <a:t>4</a:t>
            </a:r>
            <a:endParaRPr sz="3300">
              <a:solidFill>
                <a:srgbClr val="14B8A6"/>
              </a:solidFill>
              <a:latin typeface="Amatic SC"/>
              <a:ea typeface="Amatic SC"/>
              <a:cs typeface="Amatic SC"/>
              <a:sym typeface="Amatic SC"/>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0D1A"/>
        </a:solidFill>
      </p:bgPr>
    </p:bg>
    <p:spTree>
      <p:nvGrpSpPr>
        <p:cNvPr id="117" name="Shape 117"/>
        <p:cNvGrpSpPr/>
        <p:nvPr/>
      </p:nvGrpSpPr>
      <p:grpSpPr>
        <a:xfrm>
          <a:off x="0" y="0"/>
          <a:ext cx="0" cy="0"/>
          <a:chOff x="0" y="0"/>
          <a:chExt cx="0" cy="0"/>
        </a:xfrm>
      </p:grpSpPr>
      <p:sp>
        <p:nvSpPr>
          <p:cNvPr id="118" name="Google Shape;118;p12"/>
          <p:cNvSpPr/>
          <p:nvPr/>
        </p:nvSpPr>
        <p:spPr>
          <a:xfrm>
            <a:off x="-1979640" y="-4044939"/>
            <a:ext cx="6400800" cy="6400800"/>
          </a:xfrm>
          <a:prstGeom prst="ellipse">
            <a:avLst/>
          </a:prstGeom>
          <a:solidFill>
            <a:srgbClr val="6D28D9">
              <a:alpha val="18039"/>
            </a:srgbClr>
          </a:solidFill>
          <a:ln cap="flat" cmpd="sng" w="12700">
            <a:solidFill>
              <a:srgbClr val="6D28D9">
                <a:alpha val="18039"/>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9" name="Google Shape;119;p12"/>
          <p:cNvSpPr/>
          <p:nvPr/>
        </p:nvSpPr>
        <p:spPr>
          <a:xfrm>
            <a:off x="622493" y="157730"/>
            <a:ext cx="8229600" cy="1280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US" sz="2400" u="none" cap="none" strike="noStrike">
                <a:solidFill>
                  <a:schemeClr val="lt1"/>
                </a:solidFill>
                <a:latin typeface="Arial"/>
                <a:ea typeface="Arial"/>
                <a:cs typeface="Arial"/>
                <a:sym typeface="Arial"/>
              </a:rPr>
              <a:t>Descripción del Plan de Pruebas</a:t>
            </a:r>
            <a:endParaRPr b="0" i="0" sz="2400" u="none" cap="none" strike="noStrike">
              <a:solidFill>
                <a:schemeClr val="lt1"/>
              </a:solidFill>
              <a:latin typeface="Calibri"/>
              <a:ea typeface="Calibri"/>
              <a:cs typeface="Calibri"/>
              <a:sym typeface="Calibri"/>
            </a:endParaRPr>
          </a:p>
        </p:txBody>
      </p:sp>
      <p:sp>
        <p:nvSpPr>
          <p:cNvPr id="120" name="Google Shape;120;p12"/>
          <p:cNvSpPr txBox="1"/>
          <p:nvPr/>
        </p:nvSpPr>
        <p:spPr>
          <a:xfrm>
            <a:off x="1335589" y="1250567"/>
            <a:ext cx="6296700" cy="738900"/>
          </a:xfrm>
          <a:prstGeom prst="rect">
            <a:avLst/>
          </a:prstGeom>
          <a:noFill/>
          <a:ln>
            <a:noFill/>
          </a:ln>
        </p:spPr>
        <p:txBody>
          <a:bodyPr anchorCtr="0" anchor="t" bIns="45700" lIns="91425" spcFirstLastPara="1" rIns="91425" wrap="square" tIns="45700">
            <a:spAutoFit/>
          </a:bodyPr>
          <a:lstStyle/>
          <a:p>
            <a:pPr indent="-317500" lvl="0" marL="457200" marR="0" rtl="0" algn="ctr">
              <a:lnSpc>
                <a:spcPct val="100000"/>
              </a:lnSpc>
              <a:spcBef>
                <a:spcPts val="0"/>
              </a:spcBef>
              <a:spcAft>
                <a:spcPts val="0"/>
              </a:spcAft>
              <a:buClr>
                <a:schemeClr val="lt1"/>
              </a:buClr>
              <a:buSzPts val="1400"/>
              <a:buFont typeface="Arial"/>
              <a:buChar char="●"/>
            </a:pPr>
            <a:r>
              <a:rPr b="0" i="0" lang="en-US" sz="1400" u="none" cap="none" strike="noStrike">
                <a:solidFill>
                  <a:schemeClr val="lt1"/>
                </a:solidFill>
                <a:latin typeface="Arial"/>
                <a:ea typeface="Arial"/>
                <a:cs typeface="Arial"/>
                <a:sym typeface="Arial"/>
              </a:rPr>
              <a:t>Validar el correcto funcionamiento de los componentes críticos del sistema Bandify, verificando aspectos funcionales, de integración, seguridad y procesamiento inteligente de audio.</a:t>
            </a:r>
            <a:endParaRPr/>
          </a:p>
        </p:txBody>
      </p:sp>
      <p:sp>
        <p:nvSpPr>
          <p:cNvPr id="121" name="Google Shape;121;p12"/>
          <p:cNvSpPr txBox="1"/>
          <p:nvPr/>
        </p:nvSpPr>
        <p:spPr>
          <a:xfrm>
            <a:off x="734575" y="2711582"/>
            <a:ext cx="1570800" cy="5463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3550" u="none" cap="none" strike="noStrike">
                <a:solidFill>
                  <a:srgbClr val="14B8A6"/>
                </a:solidFill>
                <a:latin typeface="Urbanist"/>
                <a:ea typeface="Urbanist"/>
                <a:cs typeface="Urbanist"/>
                <a:sym typeface="Urbanist"/>
              </a:rPr>
              <a:t>21</a:t>
            </a:r>
            <a:endParaRPr sz="1035">
              <a:solidFill>
                <a:srgbClr val="14B8A6"/>
              </a:solidFill>
            </a:endParaRPr>
          </a:p>
        </p:txBody>
      </p:sp>
      <p:sp>
        <p:nvSpPr>
          <p:cNvPr id="122" name="Google Shape;122;p12"/>
          <p:cNvSpPr txBox="1"/>
          <p:nvPr/>
        </p:nvSpPr>
        <p:spPr>
          <a:xfrm>
            <a:off x="734575" y="3289199"/>
            <a:ext cx="1570800" cy="136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887" u="none" cap="none" strike="noStrike">
                <a:solidFill>
                  <a:srgbClr val="A855F7"/>
                </a:solidFill>
                <a:latin typeface="Urbanist"/>
                <a:ea typeface="Urbanist"/>
                <a:cs typeface="Urbanist"/>
                <a:sym typeface="Urbanist"/>
              </a:rPr>
              <a:t>CASOS EJECUTADOS</a:t>
            </a:r>
            <a:endParaRPr sz="1035"/>
          </a:p>
        </p:txBody>
      </p:sp>
      <p:sp>
        <p:nvSpPr>
          <p:cNvPr id="123" name="Google Shape;123;p12"/>
          <p:cNvSpPr txBox="1"/>
          <p:nvPr/>
        </p:nvSpPr>
        <p:spPr>
          <a:xfrm>
            <a:off x="2812621" y="2711582"/>
            <a:ext cx="1570800" cy="5463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3550" u="none" cap="none" strike="noStrike">
                <a:solidFill>
                  <a:srgbClr val="14B8A6"/>
                </a:solidFill>
                <a:latin typeface="Urbanist"/>
                <a:ea typeface="Urbanist"/>
                <a:cs typeface="Urbanist"/>
                <a:sym typeface="Urbanist"/>
              </a:rPr>
              <a:t>100%</a:t>
            </a:r>
            <a:endParaRPr sz="1035">
              <a:solidFill>
                <a:srgbClr val="14B8A6"/>
              </a:solidFill>
            </a:endParaRPr>
          </a:p>
        </p:txBody>
      </p:sp>
      <p:sp>
        <p:nvSpPr>
          <p:cNvPr id="124" name="Google Shape;124;p12"/>
          <p:cNvSpPr txBox="1"/>
          <p:nvPr/>
        </p:nvSpPr>
        <p:spPr>
          <a:xfrm>
            <a:off x="2812621" y="3289199"/>
            <a:ext cx="1570800" cy="136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887" u="none" cap="none" strike="noStrike">
                <a:solidFill>
                  <a:srgbClr val="A855F7"/>
                </a:solidFill>
                <a:latin typeface="Urbanist"/>
                <a:ea typeface="Urbanist"/>
                <a:cs typeface="Urbanist"/>
                <a:sym typeface="Urbanist"/>
              </a:rPr>
              <a:t>ÉXITO (PASS)</a:t>
            </a:r>
            <a:endParaRPr sz="1035"/>
          </a:p>
        </p:txBody>
      </p:sp>
      <p:sp>
        <p:nvSpPr>
          <p:cNvPr id="125" name="Google Shape;125;p12"/>
          <p:cNvSpPr txBox="1"/>
          <p:nvPr/>
        </p:nvSpPr>
        <p:spPr>
          <a:xfrm>
            <a:off x="4890667" y="2711582"/>
            <a:ext cx="1570800" cy="5463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3550" u="none" cap="none" strike="noStrike">
                <a:solidFill>
                  <a:srgbClr val="14B8A6"/>
                </a:solidFill>
                <a:latin typeface="Urbanist"/>
                <a:ea typeface="Urbanist"/>
                <a:cs typeface="Urbanist"/>
                <a:sym typeface="Urbanist"/>
              </a:rPr>
              <a:t>&lt;2s</a:t>
            </a:r>
            <a:endParaRPr sz="1035">
              <a:solidFill>
                <a:srgbClr val="14B8A6"/>
              </a:solidFill>
            </a:endParaRPr>
          </a:p>
        </p:txBody>
      </p:sp>
      <p:sp>
        <p:nvSpPr>
          <p:cNvPr id="126" name="Google Shape;126;p12"/>
          <p:cNvSpPr txBox="1"/>
          <p:nvPr/>
        </p:nvSpPr>
        <p:spPr>
          <a:xfrm>
            <a:off x="4890667" y="3289199"/>
            <a:ext cx="1570800" cy="136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887" u="none" cap="none" strike="noStrike">
                <a:solidFill>
                  <a:srgbClr val="A855F7"/>
                </a:solidFill>
                <a:latin typeface="Urbanist"/>
                <a:ea typeface="Urbanist"/>
                <a:cs typeface="Urbanist"/>
                <a:sym typeface="Urbanist"/>
              </a:rPr>
              <a:t>LATENCIA MATCHING</a:t>
            </a:r>
            <a:endParaRPr sz="1035"/>
          </a:p>
        </p:txBody>
      </p:sp>
      <p:sp>
        <p:nvSpPr>
          <p:cNvPr id="127" name="Google Shape;127;p12"/>
          <p:cNvSpPr txBox="1"/>
          <p:nvPr/>
        </p:nvSpPr>
        <p:spPr>
          <a:xfrm>
            <a:off x="6968713" y="2711582"/>
            <a:ext cx="1570800" cy="5463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3550">
                <a:solidFill>
                  <a:srgbClr val="14B8A6"/>
                </a:solidFill>
                <a:latin typeface="Urbanist"/>
                <a:ea typeface="Urbanist"/>
                <a:cs typeface="Urbanist"/>
                <a:sym typeface="Urbanist"/>
              </a:rPr>
              <a:t>&gt;80</a:t>
            </a:r>
            <a:endParaRPr sz="1035">
              <a:solidFill>
                <a:srgbClr val="14B8A6"/>
              </a:solidFill>
            </a:endParaRPr>
          </a:p>
        </p:txBody>
      </p:sp>
      <p:sp>
        <p:nvSpPr>
          <p:cNvPr id="128" name="Google Shape;128;p12"/>
          <p:cNvSpPr txBox="1"/>
          <p:nvPr/>
        </p:nvSpPr>
        <p:spPr>
          <a:xfrm>
            <a:off x="6968713" y="3289199"/>
            <a:ext cx="1570800" cy="136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887" u="none" cap="none" strike="noStrike">
                <a:solidFill>
                  <a:srgbClr val="A855F7"/>
                </a:solidFill>
                <a:latin typeface="Urbanist"/>
                <a:ea typeface="Urbanist"/>
                <a:cs typeface="Urbanist"/>
                <a:sym typeface="Urbanist"/>
              </a:rPr>
              <a:t>LIGHTHOUSE PERF.</a:t>
            </a:r>
            <a:endParaRPr sz="1035"/>
          </a:p>
        </p:txBody>
      </p:sp>
      <p:sp>
        <p:nvSpPr>
          <p:cNvPr id="129" name="Google Shape;129;p12"/>
          <p:cNvSpPr txBox="1"/>
          <p:nvPr/>
        </p:nvSpPr>
        <p:spPr>
          <a:xfrm>
            <a:off x="2712000" y="2134975"/>
            <a:ext cx="89790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600">
                <a:solidFill>
                  <a:srgbClr val="F5F5F5"/>
                </a:solidFill>
                <a:latin typeface="Urbanist"/>
                <a:ea typeface="Urbanist"/>
                <a:cs typeface="Urbanist"/>
                <a:sym typeface="Urbanist"/>
              </a:rPr>
              <a:t>APLICACIÓN Y </a:t>
            </a:r>
            <a:r>
              <a:rPr b="1" lang="en-US" sz="1600">
                <a:solidFill>
                  <a:srgbClr val="14B8A6"/>
                </a:solidFill>
                <a:latin typeface="Urbanist"/>
                <a:ea typeface="Urbanist"/>
                <a:cs typeface="Urbanist"/>
                <a:sym typeface="Urbanist"/>
              </a:rPr>
              <a:t>RESULTADOS </a:t>
            </a:r>
            <a:r>
              <a:rPr b="1" lang="en-US" sz="1600">
                <a:solidFill>
                  <a:srgbClr val="F5F5F5"/>
                </a:solidFill>
                <a:latin typeface="Urbanist"/>
                <a:ea typeface="Urbanist"/>
                <a:cs typeface="Urbanist"/>
                <a:sym typeface="Urbanist"/>
              </a:rPr>
              <a:t>DEL PLAN</a:t>
            </a:r>
            <a:endParaRPr sz="1600">
              <a:solidFill>
                <a:schemeClr val="dk1"/>
              </a:solidFill>
            </a:endParaRPr>
          </a:p>
        </p:txBody>
      </p:sp>
      <p:sp>
        <p:nvSpPr>
          <p:cNvPr id="130" name="Google Shape;130;p12"/>
          <p:cNvSpPr txBox="1"/>
          <p:nvPr/>
        </p:nvSpPr>
        <p:spPr>
          <a:xfrm>
            <a:off x="1684061" y="4079625"/>
            <a:ext cx="3501000" cy="243600"/>
          </a:xfrm>
          <a:prstGeom prst="rect">
            <a:avLst/>
          </a:prstGeom>
          <a:noFill/>
          <a:ln>
            <a:noFill/>
          </a:ln>
        </p:spPr>
        <p:txBody>
          <a:bodyPr anchorCtr="0" anchor="t" bIns="0" lIns="126700" spcFirstLastPara="1" rIns="0" wrap="square" tIns="0">
            <a:spAutoFit/>
          </a:bodyPr>
          <a:lstStyle/>
          <a:p>
            <a:pPr indent="0" lvl="0" marL="0" marR="0" rtl="0" algn="l">
              <a:spcBef>
                <a:spcPts val="0"/>
              </a:spcBef>
              <a:spcAft>
                <a:spcPts val="0"/>
              </a:spcAft>
              <a:buNone/>
            </a:pPr>
            <a:r>
              <a:rPr b="1" i="0" lang="en-US" sz="1583" u="none" cap="none" strike="noStrike">
                <a:solidFill>
                  <a:srgbClr val="14B8A6"/>
                </a:solidFill>
                <a:latin typeface="Urbanist"/>
                <a:ea typeface="Urbanist"/>
                <a:cs typeface="Urbanist"/>
                <a:sym typeface="Urbanist"/>
              </a:rPr>
              <a:t>Entorno de QA</a:t>
            </a:r>
            <a:endParaRPr sz="1580">
              <a:solidFill>
                <a:srgbClr val="14B8A6"/>
              </a:solidFill>
            </a:endParaRPr>
          </a:p>
        </p:txBody>
      </p:sp>
      <p:sp>
        <p:nvSpPr>
          <p:cNvPr id="131" name="Google Shape;131;p12"/>
          <p:cNvSpPr txBox="1"/>
          <p:nvPr/>
        </p:nvSpPr>
        <p:spPr>
          <a:xfrm>
            <a:off x="4514523" y="3861875"/>
            <a:ext cx="3785400" cy="9696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145" u="none" cap="none" strike="noStrike">
                <a:solidFill>
                  <a:srgbClr val="CBD5E1"/>
                </a:solidFill>
                <a:latin typeface="Lato"/>
                <a:ea typeface="Lato"/>
                <a:cs typeface="Lato"/>
                <a:sym typeface="Lato"/>
              </a:rPr>
              <a:t>Las pruebas se ejecutaron en la instancia aislada </a:t>
            </a:r>
            <a:r>
              <a:rPr b="1" i="0" lang="en-US" sz="1145" u="none" cap="none" strike="noStrike">
                <a:solidFill>
                  <a:srgbClr val="CBD5E1"/>
                </a:solidFill>
                <a:latin typeface="Lato"/>
                <a:ea typeface="Lato"/>
                <a:cs typeface="Lato"/>
                <a:sym typeface="Lato"/>
              </a:rPr>
              <a:t>Postgres-QA</a:t>
            </a:r>
            <a:r>
              <a:rPr b="0" i="0" lang="en-US" sz="1145" u="none" cap="none" strike="noStrike">
                <a:solidFill>
                  <a:srgbClr val="CBD5E1"/>
                </a:solidFill>
                <a:latin typeface="Lato"/>
                <a:ea typeface="Lato"/>
                <a:cs typeface="Lato"/>
                <a:sym typeface="Lato"/>
              </a:rPr>
              <a:t> de Railway, garantizando la integridad de los datos de producción mientras se validaba la integridad referencial y las 27 dimensiones de la IA.</a:t>
            </a:r>
            <a:endParaRPr sz="1180"/>
          </a:p>
        </p:txBody>
      </p:sp>
      <p:cxnSp>
        <p:nvCxnSpPr>
          <p:cNvPr id="132" name="Google Shape;132;p12"/>
          <p:cNvCxnSpPr/>
          <p:nvPr/>
        </p:nvCxnSpPr>
        <p:spPr>
          <a:xfrm>
            <a:off x="3298300" y="4201425"/>
            <a:ext cx="1018800" cy="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0D1A"/>
        </a:solidFill>
      </p:bgPr>
    </p:bg>
    <p:spTree>
      <p:nvGrpSpPr>
        <p:cNvPr id="137" name="Shape 137"/>
        <p:cNvGrpSpPr/>
        <p:nvPr/>
      </p:nvGrpSpPr>
      <p:grpSpPr>
        <a:xfrm>
          <a:off x="0" y="0"/>
          <a:ext cx="0" cy="0"/>
          <a:chOff x="0" y="0"/>
          <a:chExt cx="0" cy="0"/>
        </a:xfrm>
      </p:grpSpPr>
      <p:sp>
        <p:nvSpPr>
          <p:cNvPr id="138" name="Google Shape;138;g3ee318f22c4_0_3"/>
          <p:cNvSpPr/>
          <p:nvPr/>
        </p:nvSpPr>
        <p:spPr>
          <a:xfrm>
            <a:off x="-1048215" y="-1962614"/>
            <a:ext cx="6400800" cy="6400800"/>
          </a:xfrm>
          <a:prstGeom prst="ellipse">
            <a:avLst/>
          </a:prstGeom>
          <a:solidFill>
            <a:srgbClr val="6D28D9">
              <a:alpha val="18039"/>
            </a:srgbClr>
          </a:solidFill>
          <a:ln cap="flat" cmpd="sng" w="12700">
            <a:solidFill>
              <a:srgbClr val="6D28D9">
                <a:alpha val="18039"/>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9" name="Google Shape;139;g3ee318f22c4_0_3"/>
          <p:cNvSpPr/>
          <p:nvPr/>
        </p:nvSpPr>
        <p:spPr>
          <a:xfrm>
            <a:off x="3074793" y="-313845"/>
            <a:ext cx="8229600" cy="12801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lang="en-US" sz="2400">
                <a:solidFill>
                  <a:srgbClr val="14B8A6"/>
                </a:solidFill>
                <a:latin typeface="Assistant Medium"/>
                <a:ea typeface="Assistant Medium"/>
                <a:cs typeface="Assistant Medium"/>
                <a:sym typeface="Assistant Medium"/>
              </a:rPr>
              <a:t>Plan </a:t>
            </a:r>
            <a:r>
              <a:rPr i="0" lang="en-US" sz="2400" u="none" cap="none" strike="noStrike">
                <a:solidFill>
                  <a:srgbClr val="14B8A6"/>
                </a:solidFill>
                <a:latin typeface="Assistant Medium"/>
                <a:ea typeface="Assistant Medium"/>
                <a:cs typeface="Assistant Medium"/>
                <a:sym typeface="Assistant Medium"/>
              </a:rPr>
              <a:t>de Pruebas</a:t>
            </a:r>
            <a:endParaRPr i="0" sz="2400" u="none" cap="none" strike="noStrike">
              <a:solidFill>
                <a:srgbClr val="14B8A6"/>
              </a:solidFill>
              <a:latin typeface="Assistant Medium"/>
              <a:ea typeface="Assistant Medium"/>
              <a:cs typeface="Assistant Medium"/>
              <a:sym typeface="Assistant Medium"/>
            </a:endParaRPr>
          </a:p>
        </p:txBody>
      </p:sp>
      <p:sp>
        <p:nvSpPr>
          <p:cNvPr id="140" name="Google Shape;140;g3ee318f22c4_0_3"/>
          <p:cNvSpPr/>
          <p:nvPr/>
        </p:nvSpPr>
        <p:spPr>
          <a:xfrm>
            <a:off x="914400" y="5029200"/>
            <a:ext cx="7315200" cy="2742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374151"/>
              </a:buClr>
              <a:buSzPts val="900"/>
              <a:buFont typeface="Calibri"/>
              <a:buNone/>
            </a:pPr>
            <a:r>
              <a:rPr b="0" i="0" lang="en-US" sz="900" u="none" cap="none" strike="noStrike">
                <a:solidFill>
                  <a:srgbClr val="374151"/>
                </a:solidFill>
                <a:latin typeface="Calibri"/>
                <a:ea typeface="Calibri"/>
                <a:cs typeface="Calibri"/>
                <a:sym typeface="Calibri"/>
              </a:rPr>
              <a:t>Marcelo Palma · Julio Silva · Ignacio Farias  |  DuocUC · TPY1101 · 2025</a:t>
            </a:r>
            <a:endParaRPr b="0" i="0" sz="900" u="none" cap="none" strike="noStrike">
              <a:solidFill>
                <a:schemeClr val="dk1"/>
              </a:solidFill>
              <a:latin typeface="Calibri"/>
              <a:ea typeface="Calibri"/>
              <a:cs typeface="Calibri"/>
              <a:sym typeface="Calibri"/>
            </a:endParaRPr>
          </a:p>
        </p:txBody>
      </p:sp>
      <p:pic>
        <p:nvPicPr>
          <p:cNvPr id="141" name="Google Shape;141;g3ee318f22c4_0_3" title="Matriz_Trazabilidad_Bandify.png"/>
          <p:cNvPicPr preferRelativeResize="0"/>
          <p:nvPr/>
        </p:nvPicPr>
        <p:blipFill rotWithShape="1">
          <a:blip r:embed="rId3">
            <a:alphaModFix/>
          </a:blip>
          <a:srcRect b="0" l="0" r="0" t="11630"/>
          <a:stretch/>
        </p:blipFill>
        <p:spPr>
          <a:xfrm>
            <a:off x="1560412" y="623075"/>
            <a:ext cx="6023173" cy="422339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0D1A"/>
        </a:solidFill>
      </p:bgPr>
    </p:bg>
    <p:spTree>
      <p:nvGrpSpPr>
        <p:cNvPr id="146" name="Shape 146"/>
        <p:cNvGrpSpPr/>
        <p:nvPr/>
      </p:nvGrpSpPr>
      <p:grpSpPr>
        <a:xfrm>
          <a:off x="0" y="0"/>
          <a:ext cx="0" cy="0"/>
          <a:chOff x="0" y="0"/>
          <a:chExt cx="0" cy="0"/>
        </a:xfrm>
      </p:grpSpPr>
      <p:sp>
        <p:nvSpPr>
          <p:cNvPr id="147" name="Google Shape;147;g3ee318f22c4_0_136"/>
          <p:cNvSpPr/>
          <p:nvPr/>
        </p:nvSpPr>
        <p:spPr>
          <a:xfrm>
            <a:off x="-1048215" y="-1962614"/>
            <a:ext cx="6400800" cy="6400800"/>
          </a:xfrm>
          <a:prstGeom prst="ellipse">
            <a:avLst/>
          </a:prstGeom>
          <a:solidFill>
            <a:srgbClr val="6D28D9">
              <a:alpha val="18039"/>
            </a:srgbClr>
          </a:solidFill>
          <a:ln cap="flat" cmpd="sng" w="12700">
            <a:solidFill>
              <a:srgbClr val="6D28D9">
                <a:alpha val="18039"/>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8" name="Google Shape;148;g3ee318f22c4_0_136"/>
          <p:cNvSpPr/>
          <p:nvPr/>
        </p:nvSpPr>
        <p:spPr>
          <a:xfrm>
            <a:off x="2471143" y="5"/>
            <a:ext cx="8229600" cy="12801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lang="en-US" sz="2400">
                <a:solidFill>
                  <a:srgbClr val="14B8A6"/>
                </a:solidFill>
                <a:latin typeface="Barlow Semi Condensed Medium"/>
                <a:ea typeface="Barlow Semi Condensed Medium"/>
                <a:cs typeface="Barlow Semi Condensed Medium"/>
                <a:sym typeface="Barlow Semi Condensed Medium"/>
              </a:rPr>
              <a:t>Mejoras Post-testing realizadas:</a:t>
            </a:r>
            <a:endParaRPr sz="2400">
              <a:solidFill>
                <a:srgbClr val="14B8A6"/>
              </a:solidFill>
              <a:latin typeface="Barlow Semi Condensed Medium"/>
              <a:ea typeface="Barlow Semi Condensed Medium"/>
              <a:cs typeface="Barlow Semi Condensed Medium"/>
              <a:sym typeface="Barlow Semi Condensed Medium"/>
            </a:endParaRPr>
          </a:p>
        </p:txBody>
      </p:sp>
      <p:sp>
        <p:nvSpPr>
          <p:cNvPr id="149" name="Google Shape;149;g3ee318f22c4_0_136"/>
          <p:cNvSpPr txBox="1"/>
          <p:nvPr/>
        </p:nvSpPr>
        <p:spPr>
          <a:xfrm>
            <a:off x="1400664" y="1269500"/>
            <a:ext cx="3022800" cy="262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704" u="none" cap="none" strike="noStrike">
                <a:solidFill>
                  <a:srgbClr val="14B8A6"/>
                </a:solidFill>
                <a:latin typeface="Urbanist"/>
                <a:ea typeface="Urbanist"/>
                <a:cs typeface="Urbanist"/>
                <a:sym typeface="Urbanist"/>
              </a:rPr>
              <a:t>Foco en la Comunidad</a:t>
            </a:r>
            <a:endParaRPr sz="1591">
              <a:solidFill>
                <a:srgbClr val="14B8A6"/>
              </a:solidFill>
            </a:endParaRPr>
          </a:p>
        </p:txBody>
      </p:sp>
      <p:sp>
        <p:nvSpPr>
          <p:cNvPr id="150" name="Google Shape;150;g3ee318f22c4_0_136"/>
          <p:cNvSpPr txBox="1"/>
          <p:nvPr/>
        </p:nvSpPr>
        <p:spPr>
          <a:xfrm>
            <a:off x="1400664" y="1637473"/>
            <a:ext cx="2878800" cy="8394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363" u="none" cap="none" strike="noStrike">
                <a:solidFill>
                  <a:srgbClr val="CBD5E1"/>
                </a:solidFill>
                <a:latin typeface="Lato"/>
                <a:ea typeface="Lato"/>
                <a:cs typeface="Lato"/>
                <a:sym typeface="Lato"/>
              </a:rPr>
              <a:t>Eliminación de Ticketmaster para priorizar la autogestión local y el circuito independiente.</a:t>
            </a:r>
            <a:endParaRPr sz="1591"/>
          </a:p>
        </p:txBody>
      </p:sp>
      <p:sp>
        <p:nvSpPr>
          <p:cNvPr id="151" name="Google Shape;151;g3ee318f22c4_0_136"/>
          <p:cNvSpPr txBox="1"/>
          <p:nvPr/>
        </p:nvSpPr>
        <p:spPr>
          <a:xfrm>
            <a:off x="5003770" y="1269500"/>
            <a:ext cx="3042300" cy="262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704" u="none" cap="none" strike="noStrike">
                <a:solidFill>
                  <a:srgbClr val="14B8A6"/>
                </a:solidFill>
                <a:latin typeface="Urbanist"/>
                <a:ea typeface="Urbanist"/>
                <a:cs typeface="Urbanist"/>
                <a:sym typeface="Urbanist"/>
              </a:rPr>
              <a:t>Live Event Preview</a:t>
            </a:r>
            <a:endParaRPr sz="1591">
              <a:solidFill>
                <a:srgbClr val="14B8A6"/>
              </a:solidFill>
            </a:endParaRPr>
          </a:p>
        </p:txBody>
      </p:sp>
      <p:sp>
        <p:nvSpPr>
          <p:cNvPr id="152" name="Google Shape;152;g3ee318f22c4_0_136"/>
          <p:cNvSpPr txBox="1"/>
          <p:nvPr/>
        </p:nvSpPr>
        <p:spPr>
          <a:xfrm>
            <a:off x="5003770" y="1637473"/>
            <a:ext cx="2897100" cy="8394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363" u="none" cap="none" strike="noStrike">
                <a:solidFill>
                  <a:srgbClr val="CBD5E1"/>
                </a:solidFill>
                <a:latin typeface="Lato"/>
                <a:ea typeface="Lato"/>
                <a:cs typeface="Lato"/>
                <a:sym typeface="Lato"/>
              </a:rPr>
              <a:t>Motor de previsualización en tiempo real para optimizar la estética de las tocatas antes de publicar.</a:t>
            </a:r>
            <a:endParaRPr sz="1591"/>
          </a:p>
        </p:txBody>
      </p:sp>
      <p:sp>
        <p:nvSpPr>
          <p:cNvPr id="153" name="Google Shape;153;g3ee318f22c4_0_136"/>
          <p:cNvSpPr txBox="1"/>
          <p:nvPr/>
        </p:nvSpPr>
        <p:spPr>
          <a:xfrm>
            <a:off x="1364146" y="2936202"/>
            <a:ext cx="3061200" cy="262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704" u="none" cap="none" strike="noStrike">
                <a:solidFill>
                  <a:srgbClr val="14B8A6"/>
                </a:solidFill>
                <a:latin typeface="Urbanist"/>
                <a:ea typeface="Urbanist"/>
                <a:cs typeface="Urbanist"/>
                <a:sym typeface="Urbanist"/>
              </a:rPr>
              <a:t>Autenticación Flexible</a:t>
            </a:r>
            <a:endParaRPr sz="1591">
              <a:solidFill>
                <a:srgbClr val="14B8A6"/>
              </a:solidFill>
            </a:endParaRPr>
          </a:p>
        </p:txBody>
      </p:sp>
      <p:sp>
        <p:nvSpPr>
          <p:cNvPr id="154" name="Google Shape;154;g3ee318f22c4_0_136"/>
          <p:cNvSpPr txBox="1"/>
          <p:nvPr/>
        </p:nvSpPr>
        <p:spPr>
          <a:xfrm>
            <a:off x="1364146" y="3304175"/>
            <a:ext cx="2915400" cy="8394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363" u="none" cap="none" strike="noStrike">
                <a:solidFill>
                  <a:srgbClr val="CBD5E1"/>
                </a:solidFill>
                <a:latin typeface="Lato"/>
                <a:ea typeface="Lato"/>
                <a:cs typeface="Lato"/>
                <a:sym typeface="Lato"/>
              </a:rPr>
              <a:t>Soporte para Login dual (Email/Username) y visibilidad controlada de perfiles públicos.</a:t>
            </a:r>
            <a:endParaRPr sz="1591"/>
          </a:p>
        </p:txBody>
      </p:sp>
      <p:sp>
        <p:nvSpPr>
          <p:cNvPr id="155" name="Google Shape;155;g3ee318f22c4_0_136"/>
          <p:cNvSpPr txBox="1"/>
          <p:nvPr/>
        </p:nvSpPr>
        <p:spPr>
          <a:xfrm>
            <a:off x="4967252" y="2936202"/>
            <a:ext cx="3080400" cy="262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704" u="none" cap="none" strike="noStrike">
                <a:solidFill>
                  <a:srgbClr val="14B8A6"/>
                </a:solidFill>
                <a:latin typeface="Urbanist"/>
                <a:ea typeface="Urbanist"/>
                <a:cs typeface="Urbanist"/>
                <a:sym typeface="Urbanist"/>
              </a:rPr>
              <a:t>Feedback de Interfaz</a:t>
            </a:r>
            <a:endParaRPr sz="1591">
              <a:solidFill>
                <a:srgbClr val="14B8A6"/>
              </a:solidFill>
            </a:endParaRPr>
          </a:p>
        </p:txBody>
      </p:sp>
      <p:sp>
        <p:nvSpPr>
          <p:cNvPr id="156" name="Google Shape;156;g3ee318f22c4_0_136"/>
          <p:cNvSpPr txBox="1"/>
          <p:nvPr/>
        </p:nvSpPr>
        <p:spPr>
          <a:xfrm>
            <a:off x="4967252" y="3304175"/>
            <a:ext cx="2933700" cy="8394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363" u="none" cap="none" strike="noStrike">
                <a:solidFill>
                  <a:srgbClr val="CBD5E1"/>
                </a:solidFill>
                <a:latin typeface="Lato"/>
                <a:ea typeface="Lato"/>
                <a:cs typeface="Lato"/>
                <a:sym typeface="Lato"/>
              </a:rPr>
              <a:t>Implementación de notificaciones asíncronas (Toasts) y toggle de visibilidad en passwords.</a:t>
            </a:r>
            <a:endParaRPr sz="1591"/>
          </a:p>
        </p:txBody>
      </p:sp>
      <p:sp>
        <p:nvSpPr>
          <p:cNvPr id="157" name="Google Shape;157;g3ee318f22c4_0_136"/>
          <p:cNvSpPr txBox="1"/>
          <p:nvPr/>
        </p:nvSpPr>
        <p:spPr>
          <a:xfrm>
            <a:off x="914400" y="1531700"/>
            <a:ext cx="327000" cy="69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3300">
                <a:solidFill>
                  <a:srgbClr val="14B8A6"/>
                </a:solidFill>
                <a:latin typeface="Amatic SC"/>
                <a:ea typeface="Amatic SC"/>
                <a:cs typeface="Amatic SC"/>
                <a:sym typeface="Amatic SC"/>
              </a:rPr>
              <a:t>1</a:t>
            </a:r>
            <a:endParaRPr sz="3300">
              <a:solidFill>
                <a:srgbClr val="14B8A6"/>
              </a:solidFill>
              <a:latin typeface="Amatic SC"/>
              <a:ea typeface="Amatic SC"/>
              <a:cs typeface="Amatic SC"/>
              <a:sym typeface="Amatic SC"/>
            </a:endParaRPr>
          </a:p>
        </p:txBody>
      </p:sp>
      <p:sp>
        <p:nvSpPr>
          <p:cNvPr id="158" name="Google Shape;158;g3ee318f22c4_0_136"/>
          <p:cNvSpPr txBox="1"/>
          <p:nvPr/>
        </p:nvSpPr>
        <p:spPr>
          <a:xfrm>
            <a:off x="4537700" y="1637475"/>
            <a:ext cx="327000" cy="69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3300">
                <a:solidFill>
                  <a:srgbClr val="14B8A6"/>
                </a:solidFill>
                <a:latin typeface="Amatic SC"/>
                <a:ea typeface="Amatic SC"/>
                <a:cs typeface="Amatic SC"/>
                <a:sym typeface="Amatic SC"/>
              </a:rPr>
              <a:t>2</a:t>
            </a:r>
            <a:endParaRPr sz="3300">
              <a:solidFill>
                <a:srgbClr val="14B8A6"/>
              </a:solidFill>
              <a:latin typeface="Amatic SC"/>
              <a:ea typeface="Amatic SC"/>
              <a:cs typeface="Amatic SC"/>
              <a:sym typeface="Amatic SC"/>
            </a:endParaRPr>
          </a:p>
        </p:txBody>
      </p:sp>
      <p:sp>
        <p:nvSpPr>
          <p:cNvPr id="159" name="Google Shape;159;g3ee318f22c4_0_136"/>
          <p:cNvSpPr txBox="1"/>
          <p:nvPr/>
        </p:nvSpPr>
        <p:spPr>
          <a:xfrm>
            <a:off x="854500" y="3198400"/>
            <a:ext cx="327000" cy="69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3300">
                <a:solidFill>
                  <a:srgbClr val="14B8A6"/>
                </a:solidFill>
                <a:latin typeface="Amatic SC"/>
                <a:ea typeface="Amatic SC"/>
                <a:cs typeface="Amatic SC"/>
                <a:sym typeface="Amatic SC"/>
              </a:rPr>
              <a:t>3</a:t>
            </a:r>
            <a:endParaRPr sz="3300">
              <a:solidFill>
                <a:srgbClr val="14B8A6"/>
              </a:solidFill>
              <a:latin typeface="Amatic SC"/>
              <a:ea typeface="Amatic SC"/>
              <a:cs typeface="Amatic SC"/>
              <a:sym typeface="Amatic SC"/>
            </a:endParaRPr>
          </a:p>
        </p:txBody>
      </p:sp>
      <p:sp>
        <p:nvSpPr>
          <p:cNvPr id="160" name="Google Shape;160;g3ee318f22c4_0_136"/>
          <p:cNvSpPr txBox="1"/>
          <p:nvPr/>
        </p:nvSpPr>
        <p:spPr>
          <a:xfrm>
            <a:off x="4408500" y="3198400"/>
            <a:ext cx="327000" cy="69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3300">
                <a:solidFill>
                  <a:srgbClr val="14B8A6"/>
                </a:solidFill>
                <a:latin typeface="Amatic SC"/>
                <a:ea typeface="Amatic SC"/>
                <a:cs typeface="Amatic SC"/>
                <a:sym typeface="Amatic SC"/>
              </a:rPr>
              <a:t>4</a:t>
            </a:r>
            <a:endParaRPr sz="3300">
              <a:solidFill>
                <a:srgbClr val="14B8A6"/>
              </a:solidFill>
              <a:latin typeface="Amatic SC"/>
              <a:ea typeface="Amatic SC"/>
              <a:cs typeface="Amatic SC"/>
              <a:sym typeface="Amatic SC"/>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0D1A"/>
        </a:solidFill>
      </p:bgPr>
    </p:bg>
    <p:spTree>
      <p:nvGrpSpPr>
        <p:cNvPr id="165" name="Shape 165"/>
        <p:cNvGrpSpPr/>
        <p:nvPr/>
      </p:nvGrpSpPr>
      <p:grpSpPr>
        <a:xfrm>
          <a:off x="0" y="0"/>
          <a:ext cx="0" cy="0"/>
          <a:chOff x="0" y="0"/>
          <a:chExt cx="0" cy="0"/>
        </a:xfrm>
      </p:grpSpPr>
      <p:sp>
        <p:nvSpPr>
          <p:cNvPr id="166" name="Google Shape;166;g3ee318f22c4_0_305"/>
          <p:cNvSpPr/>
          <p:nvPr/>
        </p:nvSpPr>
        <p:spPr>
          <a:xfrm>
            <a:off x="-1048215" y="-1962614"/>
            <a:ext cx="6400800" cy="6400800"/>
          </a:xfrm>
          <a:prstGeom prst="ellipse">
            <a:avLst/>
          </a:prstGeom>
          <a:solidFill>
            <a:srgbClr val="6D28D9">
              <a:alpha val="18039"/>
            </a:srgbClr>
          </a:solidFill>
          <a:ln cap="flat" cmpd="sng" w="12700">
            <a:solidFill>
              <a:srgbClr val="6D28D9">
                <a:alpha val="18039"/>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7" name="Google Shape;167;g3ee318f22c4_0_305"/>
          <p:cNvSpPr/>
          <p:nvPr/>
        </p:nvSpPr>
        <p:spPr>
          <a:xfrm>
            <a:off x="664613" y="1550763"/>
            <a:ext cx="7936800" cy="18288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6D28D9"/>
              </a:buClr>
              <a:buSzPts val="9000"/>
              <a:buFont typeface="Calibri"/>
              <a:buNone/>
            </a:pPr>
            <a:r>
              <a:t/>
            </a:r>
            <a:endParaRPr b="0" i="0" sz="9000" u="none" cap="none" strike="noStrike">
              <a:solidFill>
                <a:schemeClr val="dk1"/>
              </a:solidFill>
              <a:latin typeface="Calibri"/>
              <a:ea typeface="Calibri"/>
              <a:cs typeface="Calibri"/>
              <a:sym typeface="Calibri"/>
            </a:endParaRPr>
          </a:p>
        </p:txBody>
      </p:sp>
      <p:sp>
        <p:nvSpPr>
          <p:cNvPr id="168" name="Google Shape;168;g3ee318f22c4_0_305"/>
          <p:cNvSpPr/>
          <p:nvPr/>
        </p:nvSpPr>
        <p:spPr>
          <a:xfrm>
            <a:off x="914400" y="5029200"/>
            <a:ext cx="7315200" cy="2742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374151"/>
              </a:buClr>
              <a:buSzPts val="900"/>
              <a:buFont typeface="Calibri"/>
              <a:buNone/>
            </a:pPr>
            <a:r>
              <a:rPr b="0" i="0" lang="en-US" sz="900" u="none" cap="none" strike="noStrike">
                <a:solidFill>
                  <a:srgbClr val="374151"/>
                </a:solidFill>
                <a:latin typeface="Calibri"/>
                <a:ea typeface="Calibri"/>
                <a:cs typeface="Calibri"/>
                <a:sym typeface="Calibri"/>
              </a:rPr>
              <a:t>Marcelo Palma · Julio Silva · Ignacio Farias  |  DuocUC · TPY1101 · 2026</a:t>
            </a:r>
            <a:endParaRPr b="0" i="0" sz="900" u="none" cap="none" strike="noStrike">
              <a:solidFill>
                <a:schemeClr val="dk1"/>
              </a:solidFill>
              <a:latin typeface="Calibri"/>
              <a:ea typeface="Calibri"/>
              <a:cs typeface="Calibri"/>
              <a:sym typeface="Calibri"/>
            </a:endParaRPr>
          </a:p>
        </p:txBody>
      </p:sp>
      <p:pic>
        <p:nvPicPr>
          <p:cNvPr id="169" name="Google Shape;169;g3ee318f22c4_0_305"/>
          <p:cNvPicPr preferRelativeResize="0"/>
          <p:nvPr/>
        </p:nvPicPr>
        <p:blipFill rotWithShape="1">
          <a:blip r:embed="rId3">
            <a:alphaModFix/>
          </a:blip>
          <a:srcRect b="0" l="0" r="0" t="0"/>
          <a:stretch/>
        </p:blipFill>
        <p:spPr>
          <a:xfrm>
            <a:off x="561463" y="611950"/>
            <a:ext cx="2276856" cy="2467461"/>
          </a:xfrm>
          <a:prstGeom prst="rect">
            <a:avLst/>
          </a:prstGeom>
          <a:noFill/>
          <a:ln>
            <a:noFill/>
          </a:ln>
        </p:spPr>
      </p:pic>
      <p:pic>
        <p:nvPicPr>
          <p:cNvPr id="170" name="Google Shape;170;g3ee318f22c4_0_305"/>
          <p:cNvPicPr preferRelativeResize="0"/>
          <p:nvPr/>
        </p:nvPicPr>
        <p:blipFill rotWithShape="1">
          <a:blip r:embed="rId4">
            <a:alphaModFix/>
          </a:blip>
          <a:srcRect b="0" l="0" r="0" t="0"/>
          <a:stretch/>
        </p:blipFill>
        <p:spPr>
          <a:xfrm>
            <a:off x="1331988" y="2404832"/>
            <a:ext cx="2599099" cy="2532111"/>
          </a:xfrm>
          <a:prstGeom prst="rect">
            <a:avLst/>
          </a:prstGeom>
          <a:noFill/>
          <a:ln>
            <a:noFill/>
          </a:ln>
        </p:spPr>
      </p:pic>
      <p:sp>
        <p:nvSpPr>
          <p:cNvPr id="171" name="Google Shape;171;g3ee318f22c4_0_305"/>
          <p:cNvSpPr/>
          <p:nvPr/>
        </p:nvSpPr>
        <p:spPr>
          <a:xfrm>
            <a:off x="457200" y="150000"/>
            <a:ext cx="4800000" cy="38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Calibri"/>
                <a:ea typeface="Calibri"/>
                <a:cs typeface="Calibri"/>
                <a:sym typeface="Calibri"/>
              </a:rPr>
              <a:t>Registro</a:t>
            </a:r>
            <a:r>
              <a:rPr b="1" lang="en-US" sz="1800">
                <a:solidFill>
                  <a:schemeClr val="lt1"/>
                </a:solidFill>
                <a:latin typeface="Calibri"/>
                <a:ea typeface="Calibri"/>
                <a:cs typeface="Calibri"/>
                <a:sym typeface="Calibri"/>
              </a:rPr>
              <a:t> y</a:t>
            </a:r>
            <a:r>
              <a:rPr b="1" i="0" lang="en-US" sz="1800" u="none" cap="none" strike="noStrike">
                <a:solidFill>
                  <a:schemeClr val="lt1"/>
                </a:solidFill>
                <a:latin typeface="Calibri"/>
                <a:ea typeface="Calibri"/>
                <a:cs typeface="Calibri"/>
                <a:sym typeface="Calibri"/>
              </a:rPr>
              <a:t> Login</a:t>
            </a:r>
            <a:r>
              <a:rPr b="1" lang="en-US" sz="1800">
                <a:solidFill>
                  <a:schemeClr val="lt1"/>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pic>
        <p:nvPicPr>
          <p:cNvPr id="172" name="Google Shape;172;g3ee318f22c4_0_305" title="WhatsApp Image 2026-06-17 at 9.55.55 AM (1).jpeg"/>
          <p:cNvPicPr preferRelativeResize="0"/>
          <p:nvPr/>
        </p:nvPicPr>
        <p:blipFill>
          <a:blip r:embed="rId5">
            <a:alphaModFix/>
          </a:blip>
          <a:stretch>
            <a:fillRect/>
          </a:stretch>
        </p:blipFill>
        <p:spPr>
          <a:xfrm>
            <a:off x="4535625" y="611950"/>
            <a:ext cx="2685601" cy="2532125"/>
          </a:xfrm>
          <a:prstGeom prst="rect">
            <a:avLst/>
          </a:prstGeom>
          <a:noFill/>
          <a:ln>
            <a:noFill/>
          </a:ln>
        </p:spPr>
      </p:pic>
      <p:pic>
        <p:nvPicPr>
          <p:cNvPr id="173" name="Google Shape;173;g3ee318f22c4_0_305" title="WhatsApp Image 2026-06-17 at 9.55.55 AM.jpeg"/>
          <p:cNvPicPr preferRelativeResize="0"/>
          <p:nvPr/>
        </p:nvPicPr>
        <p:blipFill>
          <a:blip r:embed="rId6">
            <a:alphaModFix/>
          </a:blip>
          <a:stretch>
            <a:fillRect/>
          </a:stretch>
        </p:blipFill>
        <p:spPr>
          <a:xfrm>
            <a:off x="6205075" y="1816250"/>
            <a:ext cx="2203075" cy="2879274"/>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0D1A"/>
        </a:solidFill>
      </p:bgPr>
    </p:bg>
    <p:spTree>
      <p:nvGrpSpPr>
        <p:cNvPr id="178" name="Shape 178"/>
        <p:cNvGrpSpPr/>
        <p:nvPr/>
      </p:nvGrpSpPr>
      <p:grpSpPr>
        <a:xfrm>
          <a:off x="0" y="0"/>
          <a:ext cx="0" cy="0"/>
          <a:chOff x="0" y="0"/>
          <a:chExt cx="0" cy="0"/>
        </a:xfrm>
      </p:grpSpPr>
      <p:sp>
        <p:nvSpPr>
          <p:cNvPr id="179" name="Google Shape;179;g3ee318f22c4_0_317"/>
          <p:cNvSpPr/>
          <p:nvPr/>
        </p:nvSpPr>
        <p:spPr>
          <a:xfrm>
            <a:off x="-1048215" y="-1962614"/>
            <a:ext cx="6400800" cy="6400800"/>
          </a:xfrm>
          <a:prstGeom prst="ellipse">
            <a:avLst/>
          </a:prstGeom>
          <a:solidFill>
            <a:srgbClr val="6D28D9">
              <a:alpha val="18039"/>
            </a:srgbClr>
          </a:solidFill>
          <a:ln cap="flat" cmpd="sng" w="12700">
            <a:solidFill>
              <a:srgbClr val="6D28D9">
                <a:alpha val="18039"/>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80" name="Google Shape;180;g3ee318f22c4_0_317"/>
          <p:cNvSpPr/>
          <p:nvPr/>
        </p:nvSpPr>
        <p:spPr>
          <a:xfrm>
            <a:off x="664613" y="1550763"/>
            <a:ext cx="7936800" cy="18288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6D28D9"/>
              </a:buClr>
              <a:buSzPts val="9000"/>
              <a:buFont typeface="Calibri"/>
              <a:buNone/>
            </a:pPr>
            <a:r>
              <a:t/>
            </a:r>
            <a:endParaRPr b="0" i="0" sz="9000" u="none" cap="none" strike="noStrike">
              <a:solidFill>
                <a:schemeClr val="dk1"/>
              </a:solidFill>
              <a:latin typeface="Calibri"/>
              <a:ea typeface="Calibri"/>
              <a:cs typeface="Calibri"/>
              <a:sym typeface="Calibri"/>
            </a:endParaRPr>
          </a:p>
        </p:txBody>
      </p:sp>
      <p:sp>
        <p:nvSpPr>
          <p:cNvPr id="181" name="Google Shape;181;g3ee318f22c4_0_317"/>
          <p:cNvSpPr/>
          <p:nvPr/>
        </p:nvSpPr>
        <p:spPr>
          <a:xfrm>
            <a:off x="914400" y="5029200"/>
            <a:ext cx="7315200" cy="2742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374151"/>
              </a:buClr>
              <a:buSzPts val="900"/>
              <a:buFont typeface="Calibri"/>
              <a:buNone/>
            </a:pPr>
            <a:r>
              <a:rPr b="0" i="0" lang="en-US" sz="900" u="none" cap="none" strike="noStrike">
                <a:solidFill>
                  <a:srgbClr val="374151"/>
                </a:solidFill>
                <a:latin typeface="Calibri"/>
                <a:ea typeface="Calibri"/>
                <a:cs typeface="Calibri"/>
                <a:sym typeface="Calibri"/>
              </a:rPr>
              <a:t>Marcelo Palma · Julio Silva · Ignacio Farias  |  DuocUC · TPY1101 · 2026</a:t>
            </a:r>
            <a:endParaRPr b="0" i="0" sz="900" u="none" cap="none" strike="noStrike">
              <a:solidFill>
                <a:schemeClr val="dk1"/>
              </a:solidFill>
              <a:latin typeface="Calibri"/>
              <a:ea typeface="Calibri"/>
              <a:cs typeface="Calibri"/>
              <a:sym typeface="Calibri"/>
            </a:endParaRPr>
          </a:p>
        </p:txBody>
      </p:sp>
      <p:pic>
        <p:nvPicPr>
          <p:cNvPr id="182" name="Google Shape;182;g3ee318f22c4_0_317"/>
          <p:cNvPicPr preferRelativeResize="0"/>
          <p:nvPr/>
        </p:nvPicPr>
        <p:blipFill rotWithShape="1">
          <a:blip r:embed="rId3">
            <a:alphaModFix/>
          </a:blip>
          <a:srcRect b="0" l="0" r="0" t="0"/>
          <a:stretch/>
        </p:blipFill>
        <p:spPr>
          <a:xfrm>
            <a:off x="369175" y="1043150"/>
            <a:ext cx="3098810" cy="3256049"/>
          </a:xfrm>
          <a:prstGeom prst="rect">
            <a:avLst/>
          </a:prstGeom>
          <a:noFill/>
          <a:ln>
            <a:noFill/>
          </a:ln>
        </p:spPr>
      </p:pic>
      <p:sp>
        <p:nvSpPr>
          <p:cNvPr id="183" name="Google Shape;183;g3ee318f22c4_0_317"/>
          <p:cNvSpPr/>
          <p:nvPr/>
        </p:nvSpPr>
        <p:spPr>
          <a:xfrm>
            <a:off x="469775" y="376350"/>
            <a:ext cx="4800000" cy="38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1" lang="en-US" sz="1800">
                <a:solidFill>
                  <a:schemeClr val="lt1"/>
                </a:solidFill>
                <a:latin typeface="Calibri"/>
                <a:ea typeface="Calibri"/>
                <a:cs typeface="Calibri"/>
                <a:sym typeface="Calibri"/>
              </a:rPr>
              <a:t>Publicación de Tocatas.</a:t>
            </a:r>
            <a:endParaRPr b="0" i="0" sz="1400" u="none" cap="none" strike="noStrike">
              <a:solidFill>
                <a:srgbClr val="000000"/>
              </a:solidFill>
              <a:latin typeface="Arial"/>
              <a:ea typeface="Arial"/>
              <a:cs typeface="Arial"/>
              <a:sym typeface="Arial"/>
            </a:endParaRPr>
          </a:p>
        </p:txBody>
      </p:sp>
      <p:pic>
        <p:nvPicPr>
          <p:cNvPr id="184" name="Google Shape;184;g3ee318f22c4_0_317" title="WhatsApp Image 2026-06-17 at 9.55.51 AM.jpeg"/>
          <p:cNvPicPr preferRelativeResize="0"/>
          <p:nvPr/>
        </p:nvPicPr>
        <p:blipFill rotWithShape="1">
          <a:blip r:embed="rId4">
            <a:alphaModFix/>
          </a:blip>
          <a:srcRect b="0" l="15812" r="11886" t="0"/>
          <a:stretch/>
        </p:blipFill>
        <p:spPr>
          <a:xfrm>
            <a:off x="3813875" y="1043150"/>
            <a:ext cx="4904576" cy="3256049"/>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0D1A"/>
        </a:solidFill>
      </p:bgPr>
    </p:bg>
    <p:spTree>
      <p:nvGrpSpPr>
        <p:cNvPr id="189" name="Shape 189"/>
        <p:cNvGrpSpPr/>
        <p:nvPr/>
      </p:nvGrpSpPr>
      <p:grpSpPr>
        <a:xfrm>
          <a:off x="0" y="0"/>
          <a:ext cx="0" cy="0"/>
          <a:chOff x="0" y="0"/>
          <a:chExt cx="0" cy="0"/>
        </a:xfrm>
      </p:grpSpPr>
      <p:sp>
        <p:nvSpPr>
          <p:cNvPr id="190" name="Google Shape;190;p6"/>
          <p:cNvSpPr/>
          <p:nvPr/>
        </p:nvSpPr>
        <p:spPr>
          <a:xfrm>
            <a:off x="-1048215" y="-1962614"/>
            <a:ext cx="6400800" cy="6400800"/>
          </a:xfrm>
          <a:prstGeom prst="ellipse">
            <a:avLst/>
          </a:prstGeom>
          <a:solidFill>
            <a:srgbClr val="6D28D9">
              <a:alpha val="18039"/>
            </a:srgbClr>
          </a:solidFill>
          <a:ln cap="flat" cmpd="sng" w="12700">
            <a:solidFill>
              <a:srgbClr val="6D28D9">
                <a:alpha val="18039"/>
              </a:srgbClr>
            </a:solidFill>
            <a:prstDash val="solid"/>
            <a:round/>
            <a:headEnd len="sm" w="sm" type="none"/>
            <a:tailEnd len="sm" w="sm" type="none"/>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800"/>
              <a:buFont typeface="Arial"/>
              <a:buNone/>
            </a:pPr>
            <a:r>
              <a:rPr b="1" lang="en-US" sz="1800">
                <a:solidFill>
                  <a:schemeClr val="lt1"/>
                </a:solidFill>
                <a:latin typeface="Calibri"/>
                <a:ea typeface="Calibri"/>
                <a:cs typeface="Calibri"/>
                <a:sym typeface="Calibri"/>
              </a:rPr>
              <a:t>Perfil de Usuario y Comunidad</a:t>
            </a:r>
            <a:endParaRPr>
              <a:solidFill>
                <a:schemeClr val="dk1"/>
              </a:solidFill>
            </a:endParaRPr>
          </a:p>
        </p:txBody>
      </p:sp>
      <p:sp>
        <p:nvSpPr>
          <p:cNvPr id="191" name="Google Shape;191;p6"/>
          <p:cNvSpPr/>
          <p:nvPr/>
        </p:nvSpPr>
        <p:spPr>
          <a:xfrm>
            <a:off x="-328850" y="1072899"/>
            <a:ext cx="7752000" cy="16992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6D28D9"/>
              </a:buClr>
              <a:buSzPts val="9000"/>
              <a:buFont typeface="Calibri"/>
              <a:buNone/>
            </a:pPr>
            <a:r>
              <a:t/>
            </a:r>
            <a:endParaRPr b="0" i="0" sz="9000" u="none" cap="none" strike="noStrike">
              <a:solidFill>
                <a:schemeClr val="dk1"/>
              </a:solidFill>
              <a:latin typeface="Calibri"/>
              <a:ea typeface="Calibri"/>
              <a:cs typeface="Calibri"/>
              <a:sym typeface="Calibri"/>
            </a:endParaRPr>
          </a:p>
        </p:txBody>
      </p:sp>
      <p:sp>
        <p:nvSpPr>
          <p:cNvPr id="192" name="Google Shape;192;p6"/>
          <p:cNvSpPr/>
          <p:nvPr/>
        </p:nvSpPr>
        <p:spPr>
          <a:xfrm>
            <a:off x="914400" y="5029200"/>
            <a:ext cx="7315200" cy="27432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374151"/>
              </a:buClr>
              <a:buSzPts val="900"/>
              <a:buFont typeface="Calibri"/>
              <a:buNone/>
            </a:pPr>
            <a:r>
              <a:rPr b="0" i="0" lang="en-US" sz="900" u="none" cap="none" strike="noStrike">
                <a:solidFill>
                  <a:srgbClr val="374151"/>
                </a:solidFill>
                <a:latin typeface="Calibri"/>
                <a:ea typeface="Calibri"/>
                <a:cs typeface="Calibri"/>
                <a:sym typeface="Calibri"/>
              </a:rPr>
              <a:t>Marcelo Palma · Julio Silva · Ignacio Farias  |  DuocUC · TPY1101 · 2025</a:t>
            </a:r>
            <a:endParaRPr b="0" i="0" sz="900" u="none" cap="none" strike="noStrike">
              <a:solidFill>
                <a:schemeClr val="dk1"/>
              </a:solidFill>
              <a:latin typeface="Calibri"/>
              <a:ea typeface="Calibri"/>
              <a:cs typeface="Calibri"/>
              <a:sym typeface="Calibri"/>
            </a:endParaRPr>
          </a:p>
        </p:txBody>
      </p:sp>
      <p:pic>
        <p:nvPicPr>
          <p:cNvPr id="193" name="Google Shape;193;p6"/>
          <p:cNvPicPr preferRelativeResize="0"/>
          <p:nvPr/>
        </p:nvPicPr>
        <p:blipFill rotWithShape="1">
          <a:blip r:embed="rId3">
            <a:alphaModFix/>
          </a:blip>
          <a:srcRect b="0" l="0" r="0" t="0"/>
          <a:stretch/>
        </p:blipFill>
        <p:spPr>
          <a:xfrm>
            <a:off x="2275311" y="480151"/>
            <a:ext cx="4593376" cy="1958875"/>
          </a:xfrm>
          <a:prstGeom prst="rect">
            <a:avLst/>
          </a:prstGeom>
          <a:noFill/>
          <a:ln>
            <a:noFill/>
          </a:ln>
        </p:spPr>
      </p:pic>
      <p:pic>
        <p:nvPicPr>
          <p:cNvPr id="194" name="Google Shape;194;p6" title="WhatsApp Image 2026-06-17 at 9.55.51 AM (1).jpeg"/>
          <p:cNvPicPr preferRelativeResize="0"/>
          <p:nvPr/>
        </p:nvPicPr>
        <p:blipFill>
          <a:blip r:embed="rId4">
            <a:alphaModFix/>
          </a:blip>
          <a:stretch>
            <a:fillRect/>
          </a:stretch>
        </p:blipFill>
        <p:spPr>
          <a:xfrm>
            <a:off x="2373838" y="2640225"/>
            <a:ext cx="4396320" cy="2371276"/>
          </a:xfrm>
          <a:prstGeom prst="rect">
            <a:avLst/>
          </a:prstGeom>
          <a:noFill/>
          <a:ln>
            <a:noFill/>
          </a:ln>
        </p:spPr>
      </p:pic>
      <p:sp>
        <p:nvSpPr>
          <p:cNvPr id="195" name="Google Shape;195;p6"/>
          <p:cNvSpPr txBox="1"/>
          <p:nvPr/>
        </p:nvSpPr>
        <p:spPr>
          <a:xfrm>
            <a:off x="201200" y="480150"/>
            <a:ext cx="30000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800">
                <a:solidFill>
                  <a:schemeClr val="lt1"/>
                </a:solidFill>
                <a:latin typeface="Calibri"/>
                <a:ea typeface="Calibri"/>
                <a:cs typeface="Calibri"/>
                <a:sym typeface="Calibri"/>
              </a:rPr>
              <a:t>Perfil de Usuario y Comunidad</a:t>
            </a:r>
            <a:endParaRPr>
              <a:solidFill>
                <a:schemeClr val="dk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1035"/>
        </a:solidFill>
      </p:bgPr>
    </p:bg>
    <p:spTree>
      <p:nvGrpSpPr>
        <p:cNvPr id="199" name="Shape 199"/>
        <p:cNvGrpSpPr/>
        <p:nvPr/>
      </p:nvGrpSpPr>
      <p:grpSpPr>
        <a:xfrm>
          <a:off x="0" y="0"/>
          <a:ext cx="0" cy="0"/>
          <a:chOff x="0" y="0"/>
          <a:chExt cx="0" cy="0"/>
        </a:xfrm>
      </p:grpSpPr>
      <p:grpSp>
        <p:nvGrpSpPr>
          <p:cNvPr id="200" name="Google Shape;200;g3ee318f22c4_0_179"/>
          <p:cNvGrpSpPr/>
          <p:nvPr/>
        </p:nvGrpSpPr>
        <p:grpSpPr>
          <a:xfrm>
            <a:off x="1939167" y="2021788"/>
            <a:ext cx="5265675" cy="2311321"/>
            <a:chOff x="0" y="4262557"/>
            <a:chExt cx="14041800" cy="6163523"/>
          </a:xfrm>
        </p:grpSpPr>
        <p:sp>
          <p:nvSpPr>
            <p:cNvPr id="201" name="Google Shape;201;g3ee318f22c4_0_179"/>
            <p:cNvSpPr/>
            <p:nvPr/>
          </p:nvSpPr>
          <p:spPr>
            <a:xfrm>
              <a:off x="0" y="6194713"/>
              <a:ext cx="14041800" cy="12900"/>
            </a:xfrm>
            <a:prstGeom prst="rect">
              <a:avLst/>
            </a:prstGeom>
            <a:solidFill>
              <a:srgbClr val="F5F5EF"/>
            </a:solidFill>
            <a:ln>
              <a:noFill/>
            </a:ln>
          </p:spPr>
          <p:txBody>
            <a:bodyPr anchorCtr="0" anchor="t" bIns="22850" lIns="45725" spcFirstLastPara="1" rIns="45725" wrap="square" tIns="22850">
              <a:noAutofit/>
            </a:bodyPr>
            <a:lstStyle/>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p:txBody>
        </p:sp>
        <p:sp>
          <p:nvSpPr>
            <p:cNvPr id="202" name="Google Shape;202;g3ee318f22c4_0_179"/>
            <p:cNvSpPr txBox="1"/>
            <p:nvPr/>
          </p:nvSpPr>
          <p:spPr>
            <a:xfrm>
              <a:off x="0" y="4262557"/>
              <a:ext cx="14041800" cy="14367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lang="en-US" sz="3500">
                  <a:solidFill>
                    <a:srgbClr val="F5F5EF"/>
                  </a:solidFill>
                  <a:latin typeface="Marcellus"/>
                  <a:ea typeface="Marcellus"/>
                  <a:cs typeface="Marcellus"/>
                  <a:sym typeface="Marcellus"/>
                </a:rPr>
                <a:t>Muchas Gracias</a:t>
              </a:r>
              <a:endParaRPr sz="700"/>
            </a:p>
          </p:txBody>
        </p:sp>
        <p:sp>
          <p:nvSpPr>
            <p:cNvPr id="203" name="Google Shape;203;g3ee318f22c4_0_179"/>
            <p:cNvSpPr txBox="1"/>
            <p:nvPr/>
          </p:nvSpPr>
          <p:spPr>
            <a:xfrm>
              <a:off x="0" y="10138680"/>
              <a:ext cx="14041800" cy="287400"/>
            </a:xfrm>
            <a:prstGeom prst="rect">
              <a:avLst/>
            </a:prstGeom>
            <a:noFill/>
            <a:ln>
              <a:noFill/>
            </a:ln>
          </p:spPr>
          <p:txBody>
            <a:bodyPr anchorCtr="0" anchor="t" bIns="0" lIns="0" spcFirstLastPara="1" rIns="0" wrap="square" tIns="0">
              <a:spAutoFit/>
            </a:bodyPr>
            <a:lstStyle/>
            <a:p>
              <a:pPr indent="0" lvl="0" marL="0" marR="0" rtl="0" algn="l">
                <a:lnSpc>
                  <a:spcPct val="120008"/>
                </a:lnSpc>
                <a:spcBef>
                  <a:spcPts val="0"/>
                </a:spcBef>
                <a:spcAft>
                  <a:spcPts val="0"/>
                </a:spcAft>
                <a:buNone/>
              </a:pPr>
              <a:r>
                <a:t/>
              </a:r>
              <a:endParaRPr sz="700"/>
            </a:p>
          </p:txBody>
        </p:sp>
      </p:grpSp>
      <p:sp>
        <p:nvSpPr>
          <p:cNvPr id="204" name="Google Shape;204;g3ee318f22c4_0_179"/>
          <p:cNvSpPr/>
          <p:nvPr/>
        </p:nvSpPr>
        <p:spPr>
          <a:xfrm>
            <a:off x="7757304" y="4670997"/>
            <a:ext cx="1386696" cy="341474"/>
          </a:xfrm>
          <a:custGeom>
            <a:rect b="b" l="l" r="r" t="t"/>
            <a:pathLst>
              <a:path extrusionOk="0" h="682948" w="2773393">
                <a:moveTo>
                  <a:pt x="0" y="0"/>
                </a:moveTo>
                <a:lnTo>
                  <a:pt x="2773393" y="0"/>
                </a:lnTo>
                <a:lnTo>
                  <a:pt x="2773393" y="682948"/>
                </a:lnTo>
                <a:lnTo>
                  <a:pt x="0" y="682948"/>
                </a:lnTo>
                <a:lnTo>
                  <a:pt x="0" y="0"/>
                </a:lnTo>
                <a:close/>
              </a:path>
            </a:pathLst>
          </a:custGeom>
          <a:blipFill rotWithShape="1">
            <a:blip r:embed="rId3">
              <a:alphaModFix/>
            </a:blip>
            <a:stretch>
              <a:fillRect b="0" l="0" r="0" t="0"/>
            </a:stretch>
          </a:blipFill>
          <a:ln>
            <a:noFill/>
          </a:ln>
        </p:spPr>
        <p:txBody>
          <a:bodyPr anchorCtr="0" anchor="t" bIns="22850" lIns="45725" spcFirstLastPara="1" rIns="45725" wrap="square" tIns="22850">
            <a:noAutofit/>
          </a:bodyPr>
          <a:lstStyle/>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p:txBody>
      </p:sp>
      <p:sp>
        <p:nvSpPr>
          <p:cNvPr id="205" name="Google Shape;205;g3ee318f22c4_0_179"/>
          <p:cNvSpPr txBox="1"/>
          <p:nvPr/>
        </p:nvSpPr>
        <p:spPr>
          <a:xfrm>
            <a:off x="3147840" y="2778343"/>
            <a:ext cx="2848500" cy="292500"/>
          </a:xfrm>
          <a:prstGeom prst="rect">
            <a:avLst/>
          </a:prstGeom>
          <a:noFill/>
          <a:ln>
            <a:noFill/>
          </a:ln>
        </p:spPr>
        <p:txBody>
          <a:bodyPr anchorCtr="0" anchor="t" bIns="0" lIns="0" spcFirstLastPara="1" rIns="0" wrap="square" tIns="0">
            <a:spAutoFit/>
          </a:bodyPr>
          <a:lstStyle/>
          <a:p>
            <a:pPr indent="0" lvl="0" marL="0" marR="0" rtl="0" algn="ctr">
              <a:lnSpc>
                <a:spcPct val="119994"/>
              </a:lnSpc>
              <a:spcBef>
                <a:spcPts val="0"/>
              </a:spcBef>
              <a:spcAft>
                <a:spcPts val="0"/>
              </a:spcAft>
              <a:buNone/>
            </a:pPr>
            <a:r>
              <a:rPr lang="en-US" sz="1900">
                <a:solidFill>
                  <a:srgbClr val="F5F5EF"/>
                </a:solidFill>
                <a:latin typeface="Marcellus"/>
                <a:ea typeface="Marcellus"/>
                <a:cs typeface="Marcellus"/>
                <a:sym typeface="Marcellus"/>
              </a:rPr>
              <a:t>¿Preguntas?</a:t>
            </a:r>
            <a:endParaRPr sz="700"/>
          </a:p>
        </p:txBody>
      </p:sp>
      <p:sp>
        <p:nvSpPr>
          <p:cNvPr id="206" name="Google Shape;206;g3ee318f22c4_0_179"/>
          <p:cNvSpPr txBox="1"/>
          <p:nvPr/>
        </p:nvSpPr>
        <p:spPr>
          <a:xfrm>
            <a:off x="4077247" y="3920444"/>
            <a:ext cx="2070000" cy="338700"/>
          </a:xfrm>
          <a:prstGeom prst="rect">
            <a:avLst/>
          </a:prstGeom>
          <a:noFill/>
          <a:ln>
            <a:noFill/>
          </a:ln>
        </p:spPr>
        <p:txBody>
          <a:bodyPr anchorCtr="0" anchor="t" bIns="0" lIns="0" spcFirstLastPara="1" rIns="0" wrap="square" tIns="0">
            <a:spAutoFit/>
          </a:bodyPr>
          <a:lstStyle/>
          <a:p>
            <a:pPr indent="0" lvl="0" marL="0" marR="0" rtl="0" algn="l">
              <a:lnSpc>
                <a:spcPct val="120013"/>
              </a:lnSpc>
              <a:spcBef>
                <a:spcPts val="0"/>
              </a:spcBef>
              <a:spcAft>
                <a:spcPts val="0"/>
              </a:spcAft>
              <a:buNone/>
            </a:pPr>
            <a:r>
              <a:rPr lang="en-US" sz="2200">
                <a:solidFill>
                  <a:srgbClr val="F5F5EF"/>
                </a:solidFill>
                <a:latin typeface="Marcellus"/>
                <a:ea typeface="Marcellus"/>
                <a:cs typeface="Marcellus"/>
                <a:sym typeface="Marcellus"/>
              </a:rPr>
              <a:t>Bandify</a:t>
            </a:r>
            <a:endParaRPr sz="2200">
              <a:solidFill>
                <a:srgbClr val="F5F5EF"/>
              </a:solidFill>
              <a:latin typeface="Marcellus"/>
              <a:ea typeface="Marcellus"/>
              <a:cs typeface="Marcellus"/>
              <a:sym typeface="Marcellus"/>
            </a:endParaRPr>
          </a:p>
        </p:txBody>
      </p:sp>
      <p:sp>
        <p:nvSpPr>
          <p:cNvPr id="207" name="Google Shape;207;g3ee318f22c4_0_179"/>
          <p:cNvSpPr/>
          <p:nvPr/>
        </p:nvSpPr>
        <p:spPr>
          <a:xfrm>
            <a:off x="-2695665" y="-3103564"/>
            <a:ext cx="6400800" cy="6400800"/>
          </a:xfrm>
          <a:prstGeom prst="ellipse">
            <a:avLst/>
          </a:prstGeom>
          <a:solidFill>
            <a:srgbClr val="6D28D9">
              <a:alpha val="18039"/>
            </a:srgbClr>
          </a:solidFill>
          <a:ln cap="flat" cmpd="sng" w="12700">
            <a:solidFill>
              <a:srgbClr val="6D28D9">
                <a:alpha val="18039"/>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08" name="Google Shape;208;g3ee318f22c4_0_179"/>
          <p:cNvSpPr/>
          <p:nvPr/>
        </p:nvSpPr>
        <p:spPr>
          <a:xfrm>
            <a:off x="6147250" y="1804050"/>
            <a:ext cx="4518300" cy="4072200"/>
          </a:xfrm>
          <a:prstGeom prst="ellipse">
            <a:avLst/>
          </a:prstGeom>
          <a:solidFill>
            <a:srgbClr val="0F766E">
              <a:alpha val="12160"/>
            </a:srgbClr>
          </a:solidFill>
          <a:ln cap="flat" cmpd="sng" w="12700">
            <a:solidFill>
              <a:srgbClr val="0F766E">
                <a:alpha val="1216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2026-03-27T17:53:59Z</dcterms:created>
  <dc:creator>PptxGenJS</dc:creator>
</cp:coreProperties>
</file>