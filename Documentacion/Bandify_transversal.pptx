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12192000"/>
  <p:embeddedFontLst>
    <p:embeddedFont>
      <p:font typeface="Oswald Medium"/>
      <p:regular r:id="rId32"/>
      <p:bold r:id="rId33"/>
    </p:embeddedFont>
    <p:embeddedFont>
      <p:font typeface="Roboto"/>
      <p:regular r:id="rId34"/>
      <p:bold r:id="rId35"/>
      <p:italic r:id="rId36"/>
      <p:boldItalic r:id="rId37"/>
    </p:embeddedFont>
    <p:embeddedFont>
      <p:font typeface="Great Vibes"/>
      <p:regular r:id="rId38"/>
    </p:embeddedFont>
    <p:embeddedFont>
      <p:font typeface="Oldenburg"/>
      <p:regular r:id="rId39"/>
    </p:embeddedFont>
    <p:embeddedFont>
      <p:font typeface="Google Sans Flex"/>
      <p:regular r:id="rId40"/>
      <p:bold r:id="rId41"/>
    </p:embeddedFont>
    <p:embeddedFont>
      <p:font typeface="Fascinate Inline"/>
      <p:regular r:id="rId42"/>
    </p:embeddedFont>
    <p:embeddedFont>
      <p:font typeface="Oswald"/>
      <p:regular r:id="rId43"/>
      <p:bold r:id="rId44"/>
    </p:embeddedFont>
    <p:embeddedFont>
      <p:font typeface="DM Sans"/>
      <p:regular r:id="rId45"/>
      <p:bold r:id="rId46"/>
      <p:italic r:id="rId47"/>
      <p:boldItalic r:id="rId48"/>
    </p:embeddedFont>
    <p:embeddedFont>
      <p:font typeface="Saira Medium"/>
      <p:regular r:id="rId49"/>
      <p:bold r:id="rId50"/>
      <p:italic r:id="rId51"/>
      <p:boldItalic r:id="rId52"/>
    </p:embeddedFont>
    <p:embeddedFont>
      <p:font typeface="DM Serif Display"/>
      <p:regular r:id="rId53"/>
      <p: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5" roundtripDataSignature="AMtx7mjGvQT9ft5wRZLNhc+ruhg5tWc2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5CCA73-8A36-4F77-B9B6-E3B8CAD8900F}">
  <a:tblStyle styleId="{8A5CCA73-8A36-4F77-B9B6-E3B8CAD8900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oogleSansFlex-regular.fntdata"/><Relationship Id="rId42" Type="http://schemas.openxmlformats.org/officeDocument/2006/relationships/font" Target="fonts/FascinateInline-regular.fntdata"/><Relationship Id="rId41" Type="http://schemas.openxmlformats.org/officeDocument/2006/relationships/font" Target="fonts/GoogleSansFlex-bold.fntdata"/><Relationship Id="rId44" Type="http://schemas.openxmlformats.org/officeDocument/2006/relationships/font" Target="fonts/Oswald-bold.fntdata"/><Relationship Id="rId43" Type="http://schemas.openxmlformats.org/officeDocument/2006/relationships/font" Target="fonts/Oswald-regular.fntdata"/><Relationship Id="rId46" Type="http://schemas.openxmlformats.org/officeDocument/2006/relationships/font" Target="fonts/DMSans-bold.fntdata"/><Relationship Id="rId45" Type="http://schemas.openxmlformats.org/officeDocument/2006/relationships/font" Target="fonts/DMSans-regular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DMSans-boldItalic.fntdata"/><Relationship Id="rId47" Type="http://schemas.openxmlformats.org/officeDocument/2006/relationships/font" Target="fonts/DMSans-italic.fntdata"/><Relationship Id="rId49" Type="http://schemas.openxmlformats.org/officeDocument/2006/relationships/font" Target="fonts/SairaMedium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font" Target="fonts/OswaldMedium-bold.fntdata"/><Relationship Id="rId32" Type="http://schemas.openxmlformats.org/officeDocument/2006/relationships/font" Target="fonts/OswaldMedium-regular.fntdata"/><Relationship Id="rId35" Type="http://schemas.openxmlformats.org/officeDocument/2006/relationships/font" Target="fonts/Roboto-bold.fntdata"/><Relationship Id="rId34" Type="http://schemas.openxmlformats.org/officeDocument/2006/relationships/font" Target="fonts/Roboto-regular.fntdata"/><Relationship Id="rId37" Type="http://schemas.openxmlformats.org/officeDocument/2006/relationships/font" Target="fonts/Roboto-boldItalic.fntdata"/><Relationship Id="rId36" Type="http://schemas.openxmlformats.org/officeDocument/2006/relationships/font" Target="fonts/Roboto-italic.fntdata"/><Relationship Id="rId39" Type="http://schemas.openxmlformats.org/officeDocument/2006/relationships/font" Target="fonts/Oldenburg-regular.fntdata"/><Relationship Id="rId38" Type="http://schemas.openxmlformats.org/officeDocument/2006/relationships/font" Target="fonts/GreatVibes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SairaMedium-italic.fntdata"/><Relationship Id="rId50" Type="http://schemas.openxmlformats.org/officeDocument/2006/relationships/font" Target="fonts/SairaMedium-bold.fntdata"/><Relationship Id="rId53" Type="http://schemas.openxmlformats.org/officeDocument/2006/relationships/font" Target="fonts/DMSerifDisplay-regular.fntdata"/><Relationship Id="rId52" Type="http://schemas.openxmlformats.org/officeDocument/2006/relationships/font" Target="fonts/SairaMedium-boldItalic.fntdata"/><Relationship Id="rId11" Type="http://schemas.openxmlformats.org/officeDocument/2006/relationships/slide" Target="slides/slide5.xml"/><Relationship Id="rId55" Type="http://customschemas.google.com/relationships/presentationmetadata" Target="metadata"/><Relationship Id="rId10" Type="http://schemas.openxmlformats.org/officeDocument/2006/relationships/slide" Target="slides/slide4.xml"/><Relationship Id="rId54" Type="http://schemas.openxmlformats.org/officeDocument/2006/relationships/font" Target="fonts/DMSerifDisplay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0" name="Google Shape;63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0" name="Google Shape;64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1" name="Google Shape;68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6" name="Google Shape;71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f0a1af8da8_0_1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3" name="Google Shape;743;g3f0a1af8da8_0_1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g3f0a1af8da8_0_1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5" name="Google Shape;76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6" name="Google Shape;79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f0a1af8da8_0_7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6" name="Google Shape;816;g3f0a1af8da8_0_7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g3f0a1af8da8_0_7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6" name="Google Shape;83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9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6" name="Google Shape;89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1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1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5" name="Google Shape;93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9" name="Google Shape;94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f0a1af8da8_0_147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1" name="Google Shape;961;g3f0a1af8da8_0_147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g3f0a1af8da8_0_147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3f0a1af8da8_0_829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3f0a1af8da8_0_82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f0a90f64ad_0_18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g3f0a90f64ad_0_18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1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19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7" name="Google Shape;1067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1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1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1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1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2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2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f0a90f64ad_0_1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1" name="Google Shape;1141;g3f0a90f64ad_0_1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g3f0a90f64ad_0_1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3" name="Google Shape;1163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" name="Google Shape;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303">
              <a:alpha val="7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" name="Google Shape;10;p2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">
  <p:cSld name="Slide master 2">
    <p:bg>
      <p:bgPr>
        <a:solidFill>
          <a:srgbClr val="00000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303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" name="Google Shape;14;p2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g3f0a1af8da8_0_845"/>
          <p:cNvGrpSpPr/>
          <p:nvPr/>
        </p:nvGrpSpPr>
        <p:grpSpPr>
          <a:xfrm rot="3561666">
            <a:off x="-3242974" y="-1969633"/>
            <a:ext cx="9671101" cy="9499912"/>
            <a:chOff x="858308" y="3710050"/>
            <a:chExt cx="4757835" cy="4673616"/>
          </a:xfrm>
        </p:grpSpPr>
        <p:sp>
          <p:nvSpPr>
            <p:cNvPr id="20" name="Google Shape;20;g3f0a1af8da8_0_845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rgbClr val="C2424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g3f0a1af8da8_0_845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rgbClr val="C2424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g3f0a1af8da8_0_845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rgbClr val="C2424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g3f0a1af8da8_0_845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rgbClr val="C2424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f0a1af8da8_0_845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rgbClr val="C2424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g3f0a1af8da8_0_845"/>
          <p:cNvSpPr txBox="1"/>
          <p:nvPr>
            <p:ph idx="1" type="subTitle"/>
          </p:nvPr>
        </p:nvSpPr>
        <p:spPr>
          <a:xfrm>
            <a:off x="801833" y="4125267"/>
            <a:ext cx="4118100" cy="955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6" name="Google Shape;26;g3f0a1af8da8_0_845"/>
          <p:cNvSpPr txBox="1"/>
          <p:nvPr>
            <p:ph type="ctrTitle"/>
          </p:nvPr>
        </p:nvSpPr>
        <p:spPr>
          <a:xfrm>
            <a:off x="801833" y="1709967"/>
            <a:ext cx="6389700" cy="214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900"/>
              <a:buNone/>
              <a:defRPr sz="87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7" name="Google Shape;27;g3f0a1af8da8_0_845"/>
          <p:cNvSpPr/>
          <p:nvPr/>
        </p:nvSpPr>
        <p:spPr>
          <a:xfrm>
            <a:off x="6150267" y="472217"/>
            <a:ext cx="562619" cy="644951"/>
          </a:xfrm>
          <a:custGeom>
            <a:rect b="b" l="l" r="r" t="t"/>
            <a:pathLst>
              <a:path extrusionOk="0" h="19349" w="16879">
                <a:moveTo>
                  <a:pt x="10408" y="1"/>
                </a:moveTo>
                <a:cubicBezTo>
                  <a:pt x="9474" y="1936"/>
                  <a:pt x="8540" y="3870"/>
                  <a:pt x="7806" y="5905"/>
                </a:cubicBezTo>
                <a:cubicBezTo>
                  <a:pt x="6505" y="6072"/>
                  <a:pt x="5196" y="6155"/>
                  <a:pt x="3890" y="6155"/>
                </a:cubicBezTo>
                <a:cubicBezTo>
                  <a:pt x="2585" y="6155"/>
                  <a:pt x="1284" y="6072"/>
                  <a:pt x="0" y="5905"/>
                </a:cubicBezTo>
                <a:lnTo>
                  <a:pt x="0" y="5905"/>
                </a:lnTo>
                <a:cubicBezTo>
                  <a:pt x="2002" y="8140"/>
                  <a:pt x="4070" y="10308"/>
                  <a:pt x="6138" y="12477"/>
                </a:cubicBezTo>
                <a:cubicBezTo>
                  <a:pt x="5771" y="14678"/>
                  <a:pt x="5337" y="16880"/>
                  <a:pt x="3903" y="18614"/>
                </a:cubicBezTo>
                <a:cubicBezTo>
                  <a:pt x="5537" y="17480"/>
                  <a:pt x="7038" y="16179"/>
                  <a:pt x="8306" y="14678"/>
                </a:cubicBezTo>
                <a:cubicBezTo>
                  <a:pt x="9874" y="16246"/>
                  <a:pt x="11475" y="17814"/>
                  <a:pt x="13109" y="19348"/>
                </a:cubicBezTo>
                <a:cubicBezTo>
                  <a:pt x="12776" y="16213"/>
                  <a:pt x="12376" y="13044"/>
                  <a:pt x="11942" y="9908"/>
                </a:cubicBezTo>
                <a:cubicBezTo>
                  <a:pt x="13543" y="7606"/>
                  <a:pt x="15111" y="5305"/>
                  <a:pt x="16879" y="3203"/>
                </a:cubicBezTo>
                <a:lnTo>
                  <a:pt x="16879" y="3203"/>
                </a:lnTo>
                <a:cubicBezTo>
                  <a:pt x="15078" y="4071"/>
                  <a:pt x="13210" y="4738"/>
                  <a:pt x="11275" y="5238"/>
                </a:cubicBezTo>
                <a:cubicBezTo>
                  <a:pt x="10975" y="3470"/>
                  <a:pt x="10708" y="1736"/>
                  <a:pt x="1040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f0a1af8da8_0_845"/>
          <p:cNvSpPr/>
          <p:nvPr/>
        </p:nvSpPr>
        <p:spPr>
          <a:xfrm>
            <a:off x="2641767" y="5230233"/>
            <a:ext cx="551520" cy="575986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3f0a1af8da8_0_845"/>
          <p:cNvSpPr/>
          <p:nvPr/>
        </p:nvSpPr>
        <p:spPr>
          <a:xfrm>
            <a:off x="371667" y="5950433"/>
            <a:ext cx="261327" cy="275793"/>
          </a:xfrm>
          <a:custGeom>
            <a:rect b="b" l="l" r="r" t="t"/>
            <a:pathLst>
              <a:path extrusionOk="0" h="8274" w="7840">
                <a:moveTo>
                  <a:pt x="3836" y="1"/>
                </a:moveTo>
                <a:cubicBezTo>
                  <a:pt x="3736" y="1302"/>
                  <a:pt x="3536" y="2603"/>
                  <a:pt x="3236" y="3870"/>
                </a:cubicBezTo>
                <a:lnTo>
                  <a:pt x="0" y="2736"/>
                </a:lnTo>
                <a:lnTo>
                  <a:pt x="0" y="2736"/>
                </a:lnTo>
                <a:cubicBezTo>
                  <a:pt x="1034" y="3470"/>
                  <a:pt x="2035" y="4237"/>
                  <a:pt x="3002" y="5038"/>
                </a:cubicBezTo>
                <a:cubicBezTo>
                  <a:pt x="2836" y="5972"/>
                  <a:pt x="2435" y="6872"/>
                  <a:pt x="1802" y="7573"/>
                </a:cubicBezTo>
                <a:cubicBezTo>
                  <a:pt x="2736" y="7172"/>
                  <a:pt x="3703" y="6806"/>
                  <a:pt x="4637" y="6472"/>
                </a:cubicBezTo>
                <a:cubicBezTo>
                  <a:pt x="5337" y="7039"/>
                  <a:pt x="5971" y="7673"/>
                  <a:pt x="6605" y="8273"/>
                </a:cubicBezTo>
                <a:lnTo>
                  <a:pt x="5871" y="6038"/>
                </a:lnTo>
                <a:cubicBezTo>
                  <a:pt x="6505" y="5838"/>
                  <a:pt x="7172" y="5638"/>
                  <a:pt x="7839" y="5438"/>
                </a:cubicBezTo>
                <a:lnTo>
                  <a:pt x="5404" y="4604"/>
                </a:lnTo>
                <a:cubicBezTo>
                  <a:pt x="4870" y="3070"/>
                  <a:pt x="4370" y="1535"/>
                  <a:pt x="383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g3f0a1af8da8_0_845"/>
          <p:cNvSpPr/>
          <p:nvPr/>
        </p:nvSpPr>
        <p:spPr>
          <a:xfrm>
            <a:off x="5977567" y="4972930"/>
            <a:ext cx="1141751" cy="1253316"/>
          </a:xfrm>
          <a:custGeom>
            <a:rect b="b" l="l" r="r" t="t"/>
            <a:pathLst>
              <a:path extrusionOk="0" h="13110" w="11943">
                <a:moveTo>
                  <a:pt x="7439" y="1"/>
                </a:moveTo>
                <a:lnTo>
                  <a:pt x="7439" y="1"/>
                </a:lnTo>
                <a:cubicBezTo>
                  <a:pt x="6205" y="1902"/>
                  <a:pt x="4938" y="3770"/>
                  <a:pt x="3670" y="5638"/>
                </a:cubicBezTo>
                <a:cubicBezTo>
                  <a:pt x="2402" y="5404"/>
                  <a:pt x="1168" y="5038"/>
                  <a:pt x="1" y="4537"/>
                </a:cubicBezTo>
                <a:lnTo>
                  <a:pt x="1" y="4537"/>
                </a:lnTo>
                <a:cubicBezTo>
                  <a:pt x="935" y="5338"/>
                  <a:pt x="1802" y="6272"/>
                  <a:pt x="2502" y="7306"/>
                </a:cubicBezTo>
                <a:cubicBezTo>
                  <a:pt x="1769" y="8373"/>
                  <a:pt x="1035" y="9407"/>
                  <a:pt x="268" y="10441"/>
                </a:cubicBezTo>
                <a:cubicBezTo>
                  <a:pt x="1335" y="9908"/>
                  <a:pt x="2402" y="9474"/>
                  <a:pt x="3570" y="9107"/>
                </a:cubicBezTo>
                <a:cubicBezTo>
                  <a:pt x="3803" y="9641"/>
                  <a:pt x="4037" y="10208"/>
                  <a:pt x="4237" y="10775"/>
                </a:cubicBezTo>
                <a:cubicBezTo>
                  <a:pt x="4537" y="11609"/>
                  <a:pt x="4771" y="12510"/>
                  <a:pt x="5405" y="13110"/>
                </a:cubicBezTo>
                <a:cubicBezTo>
                  <a:pt x="5471" y="11542"/>
                  <a:pt x="5605" y="10008"/>
                  <a:pt x="5805" y="8440"/>
                </a:cubicBezTo>
                <a:cubicBezTo>
                  <a:pt x="6939" y="8140"/>
                  <a:pt x="8073" y="7773"/>
                  <a:pt x="9141" y="7339"/>
                </a:cubicBezTo>
                <a:cubicBezTo>
                  <a:pt x="9741" y="7072"/>
                  <a:pt x="10308" y="6805"/>
                  <a:pt x="10875" y="6539"/>
                </a:cubicBezTo>
                <a:lnTo>
                  <a:pt x="11943" y="6005"/>
                </a:lnTo>
                <a:lnTo>
                  <a:pt x="11943" y="6005"/>
                </a:lnTo>
                <a:cubicBezTo>
                  <a:pt x="11179" y="6044"/>
                  <a:pt x="10416" y="6063"/>
                  <a:pt x="9655" y="6063"/>
                </a:cubicBezTo>
                <a:cubicBezTo>
                  <a:pt x="8487" y="6063"/>
                  <a:pt x="7323" y="6019"/>
                  <a:pt x="6172" y="5938"/>
                </a:cubicBezTo>
                <a:cubicBezTo>
                  <a:pt x="6472" y="3937"/>
                  <a:pt x="6906" y="1969"/>
                  <a:pt x="743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0a1af8da8_0_845"/>
          <p:cNvSpPr/>
          <p:nvPr/>
        </p:nvSpPr>
        <p:spPr>
          <a:xfrm>
            <a:off x="253667" y="2344430"/>
            <a:ext cx="379320" cy="406224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g3f0a1af8da8_0_845"/>
          <p:cNvSpPr/>
          <p:nvPr/>
        </p:nvSpPr>
        <p:spPr>
          <a:xfrm rot="3986416">
            <a:off x="1841542" y="656828"/>
            <a:ext cx="261314" cy="275779"/>
          </a:xfrm>
          <a:custGeom>
            <a:rect b="b" l="l" r="r" t="t"/>
            <a:pathLst>
              <a:path extrusionOk="0" h="8274" w="7840">
                <a:moveTo>
                  <a:pt x="3836" y="1"/>
                </a:moveTo>
                <a:cubicBezTo>
                  <a:pt x="3736" y="1302"/>
                  <a:pt x="3536" y="2603"/>
                  <a:pt x="3236" y="3870"/>
                </a:cubicBezTo>
                <a:lnTo>
                  <a:pt x="0" y="2736"/>
                </a:lnTo>
                <a:lnTo>
                  <a:pt x="0" y="2736"/>
                </a:lnTo>
                <a:cubicBezTo>
                  <a:pt x="1034" y="3470"/>
                  <a:pt x="2035" y="4237"/>
                  <a:pt x="3002" y="5038"/>
                </a:cubicBezTo>
                <a:cubicBezTo>
                  <a:pt x="2836" y="5972"/>
                  <a:pt x="2435" y="6872"/>
                  <a:pt x="1802" y="7573"/>
                </a:cubicBezTo>
                <a:cubicBezTo>
                  <a:pt x="2736" y="7172"/>
                  <a:pt x="3703" y="6806"/>
                  <a:pt x="4637" y="6472"/>
                </a:cubicBezTo>
                <a:cubicBezTo>
                  <a:pt x="5337" y="7039"/>
                  <a:pt x="5971" y="7673"/>
                  <a:pt x="6605" y="8273"/>
                </a:cubicBezTo>
                <a:lnTo>
                  <a:pt x="5871" y="6038"/>
                </a:lnTo>
                <a:cubicBezTo>
                  <a:pt x="6505" y="5838"/>
                  <a:pt x="7172" y="5638"/>
                  <a:pt x="7839" y="5438"/>
                </a:cubicBezTo>
                <a:lnTo>
                  <a:pt x="5404" y="4604"/>
                </a:lnTo>
                <a:cubicBezTo>
                  <a:pt x="4870" y="3070"/>
                  <a:pt x="4370" y="1535"/>
                  <a:pt x="383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g3f0a1af8da8_0_860"/>
          <p:cNvGrpSpPr/>
          <p:nvPr/>
        </p:nvGrpSpPr>
        <p:grpSpPr>
          <a:xfrm rot="3561666">
            <a:off x="-3242974" y="-1969633"/>
            <a:ext cx="9671101" cy="9499912"/>
            <a:chOff x="858308" y="3710050"/>
            <a:chExt cx="4757835" cy="4673616"/>
          </a:xfrm>
        </p:grpSpPr>
        <p:sp>
          <p:nvSpPr>
            <p:cNvPr id="35" name="Google Shape;35;g3f0a1af8da8_0_860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g3f0a1af8da8_0_860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g3f0a1af8da8_0_860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g3f0a1af8da8_0_860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g3f0a1af8da8_0_860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g3f0a1af8da8_0_860"/>
          <p:cNvSpPr/>
          <p:nvPr/>
        </p:nvSpPr>
        <p:spPr>
          <a:xfrm>
            <a:off x="6420667" y="716667"/>
            <a:ext cx="5771394" cy="5732988"/>
          </a:xfrm>
          <a:custGeom>
            <a:rect b="b" l="l" r="r" t="t"/>
            <a:pathLst>
              <a:path extrusionOk="0" h="59477" w="59877">
                <a:moveTo>
                  <a:pt x="25719" y="0"/>
                </a:moveTo>
                <a:lnTo>
                  <a:pt x="24718" y="16079"/>
                </a:lnTo>
                <a:lnTo>
                  <a:pt x="13243" y="4770"/>
                </a:lnTo>
                <a:lnTo>
                  <a:pt x="19314" y="19714"/>
                </a:lnTo>
                <a:lnTo>
                  <a:pt x="4070" y="14511"/>
                </a:lnTo>
                <a:lnTo>
                  <a:pt x="16012" y="25319"/>
                </a:lnTo>
                <a:lnTo>
                  <a:pt x="0" y="27253"/>
                </a:lnTo>
                <a:lnTo>
                  <a:pt x="15478" y="31790"/>
                </a:lnTo>
                <a:lnTo>
                  <a:pt x="1902" y="40463"/>
                </a:lnTo>
                <a:lnTo>
                  <a:pt x="17780" y="37861"/>
                </a:lnTo>
                <a:lnTo>
                  <a:pt x="17780" y="37861"/>
                </a:lnTo>
                <a:lnTo>
                  <a:pt x="9307" y="51571"/>
                </a:lnTo>
                <a:lnTo>
                  <a:pt x="9307" y="51571"/>
                </a:lnTo>
                <a:lnTo>
                  <a:pt x="22516" y="42331"/>
                </a:lnTo>
                <a:lnTo>
                  <a:pt x="20848" y="58376"/>
                </a:lnTo>
                <a:lnTo>
                  <a:pt x="28721" y="44299"/>
                </a:lnTo>
                <a:lnTo>
                  <a:pt x="34158" y="59476"/>
                </a:lnTo>
                <a:lnTo>
                  <a:pt x="35159" y="43398"/>
                </a:lnTo>
                <a:lnTo>
                  <a:pt x="46633" y="54706"/>
                </a:lnTo>
                <a:lnTo>
                  <a:pt x="40562" y="39762"/>
                </a:lnTo>
                <a:lnTo>
                  <a:pt x="40562" y="39762"/>
                </a:lnTo>
                <a:lnTo>
                  <a:pt x="55807" y="44966"/>
                </a:lnTo>
                <a:lnTo>
                  <a:pt x="43865" y="34158"/>
                </a:lnTo>
                <a:lnTo>
                  <a:pt x="59876" y="32257"/>
                </a:lnTo>
                <a:lnTo>
                  <a:pt x="44399" y="27687"/>
                </a:lnTo>
                <a:lnTo>
                  <a:pt x="57975" y="19014"/>
                </a:lnTo>
                <a:lnTo>
                  <a:pt x="42064" y="21616"/>
                </a:lnTo>
                <a:lnTo>
                  <a:pt x="50536" y="7906"/>
                </a:lnTo>
                <a:lnTo>
                  <a:pt x="37360" y="17146"/>
                </a:lnTo>
                <a:lnTo>
                  <a:pt x="39028" y="1135"/>
                </a:lnTo>
                <a:lnTo>
                  <a:pt x="31156" y="15178"/>
                </a:lnTo>
                <a:lnTo>
                  <a:pt x="25719" y="0"/>
                </a:lnTo>
                <a:close/>
              </a:path>
            </a:pathLst>
          </a:custGeom>
          <a:solidFill>
            <a:srgbClr val="C4334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f0a1af8da8_0_860"/>
          <p:cNvSpPr/>
          <p:nvPr/>
        </p:nvSpPr>
        <p:spPr>
          <a:xfrm rot="1531419">
            <a:off x="4844700" y="1330078"/>
            <a:ext cx="968748" cy="1110619"/>
          </a:xfrm>
          <a:custGeom>
            <a:rect b="b" l="l" r="r" t="t"/>
            <a:pathLst>
              <a:path extrusionOk="0" h="19349" w="16879">
                <a:moveTo>
                  <a:pt x="10408" y="1"/>
                </a:moveTo>
                <a:cubicBezTo>
                  <a:pt x="9474" y="1936"/>
                  <a:pt x="8540" y="3870"/>
                  <a:pt x="7806" y="5905"/>
                </a:cubicBezTo>
                <a:cubicBezTo>
                  <a:pt x="6505" y="6072"/>
                  <a:pt x="5196" y="6155"/>
                  <a:pt x="3890" y="6155"/>
                </a:cubicBezTo>
                <a:cubicBezTo>
                  <a:pt x="2585" y="6155"/>
                  <a:pt x="1284" y="6072"/>
                  <a:pt x="0" y="5905"/>
                </a:cubicBezTo>
                <a:lnTo>
                  <a:pt x="0" y="5905"/>
                </a:lnTo>
                <a:cubicBezTo>
                  <a:pt x="2002" y="8140"/>
                  <a:pt x="4070" y="10308"/>
                  <a:pt x="6138" y="12477"/>
                </a:cubicBezTo>
                <a:cubicBezTo>
                  <a:pt x="5771" y="14678"/>
                  <a:pt x="5337" y="16880"/>
                  <a:pt x="3903" y="18614"/>
                </a:cubicBezTo>
                <a:cubicBezTo>
                  <a:pt x="5537" y="17480"/>
                  <a:pt x="7038" y="16179"/>
                  <a:pt x="8306" y="14678"/>
                </a:cubicBezTo>
                <a:cubicBezTo>
                  <a:pt x="9874" y="16246"/>
                  <a:pt x="11475" y="17814"/>
                  <a:pt x="13109" y="19348"/>
                </a:cubicBezTo>
                <a:cubicBezTo>
                  <a:pt x="12776" y="16213"/>
                  <a:pt x="12376" y="13044"/>
                  <a:pt x="11942" y="9908"/>
                </a:cubicBezTo>
                <a:cubicBezTo>
                  <a:pt x="13543" y="7606"/>
                  <a:pt x="15111" y="5305"/>
                  <a:pt x="16879" y="3203"/>
                </a:cubicBezTo>
                <a:lnTo>
                  <a:pt x="16879" y="3203"/>
                </a:lnTo>
                <a:cubicBezTo>
                  <a:pt x="15078" y="4071"/>
                  <a:pt x="13210" y="4738"/>
                  <a:pt x="11275" y="5238"/>
                </a:cubicBezTo>
                <a:cubicBezTo>
                  <a:pt x="10975" y="3470"/>
                  <a:pt x="10708" y="1736"/>
                  <a:pt x="1040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3f0a1af8da8_0_860"/>
          <p:cNvSpPr/>
          <p:nvPr/>
        </p:nvSpPr>
        <p:spPr>
          <a:xfrm>
            <a:off x="4754633" y="5837867"/>
            <a:ext cx="551520" cy="575986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3f0a1af8da8_0_860"/>
          <p:cNvSpPr/>
          <p:nvPr/>
        </p:nvSpPr>
        <p:spPr>
          <a:xfrm>
            <a:off x="711667" y="716667"/>
            <a:ext cx="685057" cy="733647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g3f0a1af8da8_0_860"/>
          <p:cNvSpPr txBox="1"/>
          <p:nvPr>
            <p:ph type="title"/>
          </p:nvPr>
        </p:nvSpPr>
        <p:spPr>
          <a:xfrm>
            <a:off x="954633" y="3297900"/>
            <a:ext cx="5438700" cy="954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5" name="Google Shape;45;g3f0a1af8da8_0_860"/>
          <p:cNvSpPr txBox="1"/>
          <p:nvPr>
            <p:ph hasCustomPrompt="1" idx="2" type="title"/>
          </p:nvPr>
        </p:nvSpPr>
        <p:spPr>
          <a:xfrm>
            <a:off x="954633" y="1175567"/>
            <a:ext cx="3144300" cy="18876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g3f0a1af8da8_0_860"/>
          <p:cNvSpPr txBox="1"/>
          <p:nvPr>
            <p:ph idx="1" type="subTitle"/>
          </p:nvPr>
        </p:nvSpPr>
        <p:spPr>
          <a:xfrm>
            <a:off x="954633" y="4403233"/>
            <a:ext cx="4479900" cy="1199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47" name="Google Shape;47;g3f0a1af8da8_0_860"/>
          <p:cNvGrpSpPr/>
          <p:nvPr/>
        </p:nvGrpSpPr>
        <p:grpSpPr>
          <a:xfrm>
            <a:off x="7659114" y="848580"/>
            <a:ext cx="3655973" cy="5469196"/>
            <a:chOff x="5849046" y="881665"/>
            <a:chExt cx="2511833" cy="3757348"/>
          </a:xfrm>
        </p:grpSpPr>
        <p:grpSp>
          <p:nvGrpSpPr>
            <p:cNvPr id="48" name="Google Shape;48;g3f0a1af8da8_0_860"/>
            <p:cNvGrpSpPr/>
            <p:nvPr/>
          </p:nvGrpSpPr>
          <p:grpSpPr>
            <a:xfrm>
              <a:off x="5849046" y="881665"/>
              <a:ext cx="2511833" cy="3757348"/>
              <a:chOff x="3284175" y="1960850"/>
              <a:chExt cx="1023275" cy="1530675"/>
            </a:xfrm>
          </p:grpSpPr>
          <p:sp>
            <p:nvSpPr>
              <p:cNvPr id="49" name="Google Shape;49;g3f0a1af8da8_0_860"/>
              <p:cNvSpPr/>
              <p:nvPr/>
            </p:nvSpPr>
            <p:spPr>
              <a:xfrm>
                <a:off x="3643600" y="2757367"/>
                <a:ext cx="533492" cy="148486"/>
              </a:xfrm>
              <a:custGeom>
                <a:rect b="b" l="l" r="r" t="t"/>
                <a:pathLst>
                  <a:path extrusionOk="0" h="5831" w="20950">
                    <a:moveTo>
                      <a:pt x="20949" y="5598"/>
                    </a:moveTo>
                    <a:lnTo>
                      <a:pt x="20949" y="5598"/>
                    </a:lnTo>
                    <a:cubicBezTo>
                      <a:pt x="20934" y="5604"/>
                      <a:pt x="20919" y="5610"/>
                      <a:pt x="20903" y="5616"/>
                    </a:cubicBezTo>
                    <a:lnTo>
                      <a:pt x="20903" y="5616"/>
                    </a:lnTo>
                    <a:cubicBezTo>
                      <a:pt x="20921" y="5612"/>
                      <a:pt x="20936" y="5606"/>
                      <a:pt x="20949" y="5598"/>
                    </a:cubicBezTo>
                    <a:close/>
                    <a:moveTo>
                      <a:pt x="4941" y="0"/>
                    </a:moveTo>
                    <a:cubicBezTo>
                      <a:pt x="3894" y="0"/>
                      <a:pt x="2846" y="310"/>
                      <a:pt x="1969" y="895"/>
                    </a:cubicBezTo>
                    <a:cubicBezTo>
                      <a:pt x="1502" y="1228"/>
                      <a:pt x="1102" y="1629"/>
                      <a:pt x="768" y="2062"/>
                    </a:cubicBezTo>
                    <a:cubicBezTo>
                      <a:pt x="534" y="2396"/>
                      <a:pt x="1" y="2930"/>
                      <a:pt x="34" y="3363"/>
                    </a:cubicBezTo>
                    <a:cubicBezTo>
                      <a:pt x="1" y="3363"/>
                      <a:pt x="1" y="3397"/>
                      <a:pt x="34" y="3430"/>
                    </a:cubicBezTo>
                    <a:cubicBezTo>
                      <a:pt x="34" y="3463"/>
                      <a:pt x="101" y="3497"/>
                      <a:pt x="134" y="3497"/>
                    </a:cubicBezTo>
                    <a:cubicBezTo>
                      <a:pt x="368" y="3555"/>
                      <a:pt x="609" y="3582"/>
                      <a:pt x="850" y="3582"/>
                    </a:cubicBezTo>
                    <a:cubicBezTo>
                      <a:pt x="1159" y="3582"/>
                      <a:pt x="1469" y="3538"/>
                      <a:pt x="1769" y="3463"/>
                    </a:cubicBezTo>
                    <a:cubicBezTo>
                      <a:pt x="2202" y="3397"/>
                      <a:pt x="2669" y="3330"/>
                      <a:pt x="3136" y="3297"/>
                    </a:cubicBezTo>
                    <a:cubicBezTo>
                      <a:pt x="3586" y="3270"/>
                      <a:pt x="4033" y="3257"/>
                      <a:pt x="4480" y="3257"/>
                    </a:cubicBezTo>
                    <a:cubicBezTo>
                      <a:pt x="6287" y="3257"/>
                      <a:pt x="8069" y="3476"/>
                      <a:pt x="9808" y="3930"/>
                    </a:cubicBezTo>
                    <a:cubicBezTo>
                      <a:pt x="14714" y="5074"/>
                      <a:pt x="17644" y="5831"/>
                      <a:pt x="19499" y="5831"/>
                    </a:cubicBezTo>
                    <a:cubicBezTo>
                      <a:pt x="20056" y="5831"/>
                      <a:pt x="20516" y="5763"/>
                      <a:pt x="20903" y="5616"/>
                    </a:cubicBezTo>
                    <a:lnTo>
                      <a:pt x="20903" y="5616"/>
                    </a:lnTo>
                    <a:cubicBezTo>
                      <a:pt x="20873" y="5624"/>
                      <a:pt x="20837" y="5627"/>
                      <a:pt x="20796" y="5627"/>
                    </a:cubicBezTo>
                    <a:cubicBezTo>
                      <a:pt x="20436" y="5627"/>
                      <a:pt x="19707" y="5360"/>
                      <a:pt x="19481" y="5331"/>
                    </a:cubicBezTo>
                    <a:cubicBezTo>
                      <a:pt x="18981" y="5198"/>
                      <a:pt x="18514" y="5031"/>
                      <a:pt x="18047" y="4831"/>
                    </a:cubicBezTo>
                    <a:cubicBezTo>
                      <a:pt x="17080" y="4464"/>
                      <a:pt x="16146" y="4030"/>
                      <a:pt x="15212" y="3563"/>
                    </a:cubicBezTo>
                    <a:lnTo>
                      <a:pt x="12643" y="2296"/>
                    </a:lnTo>
                    <a:cubicBezTo>
                      <a:pt x="11642" y="1829"/>
                      <a:pt x="10608" y="1429"/>
                      <a:pt x="9574" y="1095"/>
                    </a:cubicBezTo>
                    <a:cubicBezTo>
                      <a:pt x="8340" y="595"/>
                      <a:pt x="7039" y="228"/>
                      <a:pt x="5738" y="61"/>
                    </a:cubicBezTo>
                    <a:cubicBezTo>
                      <a:pt x="5474" y="20"/>
                      <a:pt x="5208" y="0"/>
                      <a:pt x="49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g3f0a1af8da8_0_860"/>
              <p:cNvSpPr/>
              <p:nvPr/>
            </p:nvSpPr>
            <p:spPr>
              <a:xfrm>
                <a:off x="3846250" y="1991900"/>
                <a:ext cx="208500" cy="337725"/>
              </a:xfrm>
              <a:custGeom>
                <a:rect b="b" l="l" r="r" t="t"/>
                <a:pathLst>
                  <a:path extrusionOk="0" h="13509" w="8340">
                    <a:moveTo>
                      <a:pt x="8332" y="9672"/>
                    </a:moveTo>
                    <a:lnTo>
                      <a:pt x="8340" y="9673"/>
                    </a:lnTo>
                    <a:cubicBezTo>
                      <a:pt x="8337" y="9672"/>
                      <a:pt x="8335" y="9672"/>
                      <a:pt x="8332" y="9672"/>
                    </a:cubicBezTo>
                    <a:close/>
                    <a:moveTo>
                      <a:pt x="2820" y="1"/>
                    </a:moveTo>
                    <a:cubicBezTo>
                      <a:pt x="1919" y="1"/>
                      <a:pt x="1033" y="356"/>
                      <a:pt x="568" y="1100"/>
                    </a:cubicBezTo>
                    <a:cubicBezTo>
                      <a:pt x="367" y="1500"/>
                      <a:pt x="234" y="1901"/>
                      <a:pt x="167" y="2368"/>
                    </a:cubicBezTo>
                    <a:cubicBezTo>
                      <a:pt x="1" y="3502"/>
                      <a:pt x="34" y="4636"/>
                      <a:pt x="301" y="5737"/>
                    </a:cubicBezTo>
                    <a:cubicBezTo>
                      <a:pt x="401" y="6337"/>
                      <a:pt x="668" y="6904"/>
                      <a:pt x="1068" y="7371"/>
                    </a:cubicBezTo>
                    <a:cubicBezTo>
                      <a:pt x="1347" y="7697"/>
                      <a:pt x="1755" y="7876"/>
                      <a:pt x="2181" y="7876"/>
                    </a:cubicBezTo>
                    <a:cubicBezTo>
                      <a:pt x="2366" y="7876"/>
                      <a:pt x="2554" y="7842"/>
                      <a:pt x="2736" y="7771"/>
                    </a:cubicBezTo>
                    <a:lnTo>
                      <a:pt x="2736" y="9439"/>
                    </a:lnTo>
                    <a:cubicBezTo>
                      <a:pt x="2736" y="9439"/>
                      <a:pt x="1969" y="9172"/>
                      <a:pt x="1902" y="9139"/>
                    </a:cubicBezTo>
                    <a:cubicBezTo>
                      <a:pt x="1635" y="9006"/>
                      <a:pt x="1368" y="8872"/>
                      <a:pt x="1135" y="8705"/>
                    </a:cubicBezTo>
                    <a:lnTo>
                      <a:pt x="1135" y="8705"/>
                    </a:lnTo>
                    <a:cubicBezTo>
                      <a:pt x="1435" y="10040"/>
                      <a:pt x="2002" y="11341"/>
                      <a:pt x="2769" y="12508"/>
                    </a:cubicBezTo>
                    <a:cubicBezTo>
                      <a:pt x="2869" y="12675"/>
                      <a:pt x="3003" y="12875"/>
                      <a:pt x="3169" y="13042"/>
                    </a:cubicBezTo>
                    <a:cubicBezTo>
                      <a:pt x="3370" y="13209"/>
                      <a:pt x="3603" y="13375"/>
                      <a:pt x="3870" y="13509"/>
                    </a:cubicBezTo>
                    <a:cubicBezTo>
                      <a:pt x="3870" y="13109"/>
                      <a:pt x="4337" y="12575"/>
                      <a:pt x="4570" y="12275"/>
                    </a:cubicBezTo>
                    <a:cubicBezTo>
                      <a:pt x="4871" y="11874"/>
                      <a:pt x="5238" y="11541"/>
                      <a:pt x="5671" y="11207"/>
                    </a:cubicBezTo>
                    <a:cubicBezTo>
                      <a:pt x="6072" y="10907"/>
                      <a:pt x="6505" y="10640"/>
                      <a:pt x="6972" y="10373"/>
                    </a:cubicBezTo>
                    <a:cubicBezTo>
                      <a:pt x="7206" y="10273"/>
                      <a:pt x="7406" y="10140"/>
                      <a:pt x="7639" y="10006"/>
                    </a:cubicBezTo>
                    <a:cubicBezTo>
                      <a:pt x="7766" y="9943"/>
                      <a:pt x="8132" y="9670"/>
                      <a:pt x="8312" y="9670"/>
                    </a:cubicBezTo>
                    <a:cubicBezTo>
                      <a:pt x="8319" y="9670"/>
                      <a:pt x="8326" y="9671"/>
                      <a:pt x="8332" y="9672"/>
                    </a:cubicBezTo>
                    <a:lnTo>
                      <a:pt x="8332" y="9672"/>
                    </a:lnTo>
                    <a:lnTo>
                      <a:pt x="6539" y="9373"/>
                    </a:lnTo>
                    <a:cubicBezTo>
                      <a:pt x="6372" y="9339"/>
                      <a:pt x="6205" y="9273"/>
                      <a:pt x="6072" y="9206"/>
                    </a:cubicBezTo>
                    <a:cubicBezTo>
                      <a:pt x="5938" y="9072"/>
                      <a:pt x="5871" y="8939"/>
                      <a:pt x="5838" y="8772"/>
                    </a:cubicBezTo>
                    <a:cubicBezTo>
                      <a:pt x="5538" y="7905"/>
                      <a:pt x="5671" y="6938"/>
                      <a:pt x="6205" y="6137"/>
                    </a:cubicBezTo>
                    <a:cubicBezTo>
                      <a:pt x="6639" y="5503"/>
                      <a:pt x="7372" y="4936"/>
                      <a:pt x="7406" y="4136"/>
                    </a:cubicBezTo>
                    <a:cubicBezTo>
                      <a:pt x="7372" y="3602"/>
                      <a:pt x="7139" y="3068"/>
                      <a:pt x="6772" y="2668"/>
                    </a:cubicBezTo>
                    <a:cubicBezTo>
                      <a:pt x="6005" y="1634"/>
                      <a:pt x="5138" y="666"/>
                      <a:pt x="3970" y="199"/>
                    </a:cubicBezTo>
                    <a:cubicBezTo>
                      <a:pt x="3606" y="68"/>
                      <a:pt x="3212" y="1"/>
                      <a:pt x="2820" y="1"/>
                    </a:cubicBezTo>
                    <a:close/>
                  </a:path>
                </a:pathLst>
              </a:custGeom>
              <a:solidFill>
                <a:srgbClr val="F1AA7E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g3f0a1af8da8_0_860"/>
              <p:cNvSpPr/>
              <p:nvPr/>
            </p:nvSpPr>
            <p:spPr>
              <a:xfrm>
                <a:off x="3832900" y="1960850"/>
                <a:ext cx="295250" cy="187825"/>
              </a:xfrm>
              <a:custGeom>
                <a:rect b="b" l="l" r="r" t="t"/>
                <a:pathLst>
                  <a:path extrusionOk="0" h="7513" w="11810">
                    <a:moveTo>
                      <a:pt x="5265" y="0"/>
                    </a:moveTo>
                    <a:cubicBezTo>
                      <a:pt x="3815" y="0"/>
                      <a:pt x="2469" y="1041"/>
                      <a:pt x="2469" y="1041"/>
                    </a:cubicBezTo>
                    <a:cubicBezTo>
                      <a:pt x="1835" y="1441"/>
                      <a:pt x="1302" y="1942"/>
                      <a:pt x="835" y="2542"/>
                    </a:cubicBezTo>
                    <a:cubicBezTo>
                      <a:pt x="301" y="3076"/>
                      <a:pt x="1" y="3843"/>
                      <a:pt x="68" y="4610"/>
                    </a:cubicBezTo>
                    <a:lnTo>
                      <a:pt x="935" y="4610"/>
                    </a:lnTo>
                    <a:cubicBezTo>
                      <a:pt x="935" y="4444"/>
                      <a:pt x="1002" y="4243"/>
                      <a:pt x="1035" y="4077"/>
                    </a:cubicBezTo>
                    <a:cubicBezTo>
                      <a:pt x="1102" y="4243"/>
                      <a:pt x="1168" y="4444"/>
                      <a:pt x="1202" y="4610"/>
                    </a:cubicBezTo>
                    <a:cubicBezTo>
                      <a:pt x="1569" y="4577"/>
                      <a:pt x="1969" y="4544"/>
                      <a:pt x="2336" y="4544"/>
                    </a:cubicBezTo>
                    <a:cubicBezTo>
                      <a:pt x="2403" y="4343"/>
                      <a:pt x="2469" y="4143"/>
                      <a:pt x="2603" y="3943"/>
                    </a:cubicBezTo>
                    <a:cubicBezTo>
                      <a:pt x="2703" y="4110"/>
                      <a:pt x="2769" y="4277"/>
                      <a:pt x="2836" y="4410"/>
                    </a:cubicBezTo>
                    <a:cubicBezTo>
                      <a:pt x="3170" y="4410"/>
                      <a:pt x="3503" y="4377"/>
                      <a:pt x="3870" y="4343"/>
                    </a:cubicBezTo>
                    <a:cubicBezTo>
                      <a:pt x="3888" y="4347"/>
                      <a:pt x="3905" y="4349"/>
                      <a:pt x="3921" y="4349"/>
                    </a:cubicBezTo>
                    <a:cubicBezTo>
                      <a:pt x="4064" y="4349"/>
                      <a:pt x="4177" y="4226"/>
                      <a:pt x="4237" y="4077"/>
                    </a:cubicBezTo>
                    <a:lnTo>
                      <a:pt x="4504" y="3409"/>
                    </a:lnTo>
                    <a:cubicBezTo>
                      <a:pt x="4838" y="3943"/>
                      <a:pt x="5004" y="4610"/>
                      <a:pt x="4938" y="5244"/>
                    </a:cubicBezTo>
                    <a:cubicBezTo>
                      <a:pt x="4971" y="5911"/>
                      <a:pt x="4804" y="6612"/>
                      <a:pt x="4471" y="7212"/>
                    </a:cubicBezTo>
                    <a:cubicBezTo>
                      <a:pt x="4771" y="7312"/>
                      <a:pt x="5104" y="7379"/>
                      <a:pt x="5405" y="7512"/>
                    </a:cubicBezTo>
                    <a:cubicBezTo>
                      <a:pt x="5438" y="7312"/>
                      <a:pt x="5505" y="7112"/>
                      <a:pt x="5571" y="6945"/>
                    </a:cubicBezTo>
                    <a:lnTo>
                      <a:pt x="5605" y="7512"/>
                    </a:lnTo>
                    <a:cubicBezTo>
                      <a:pt x="5838" y="7246"/>
                      <a:pt x="5972" y="6912"/>
                      <a:pt x="5972" y="6545"/>
                    </a:cubicBezTo>
                    <a:cubicBezTo>
                      <a:pt x="6072" y="6045"/>
                      <a:pt x="6272" y="5578"/>
                      <a:pt x="6539" y="5144"/>
                    </a:cubicBezTo>
                    <a:cubicBezTo>
                      <a:pt x="6572" y="5077"/>
                      <a:pt x="6639" y="4977"/>
                      <a:pt x="6706" y="4944"/>
                    </a:cubicBezTo>
                    <a:cubicBezTo>
                      <a:pt x="6740" y="4930"/>
                      <a:pt x="6774" y="4924"/>
                      <a:pt x="6806" y="4924"/>
                    </a:cubicBezTo>
                    <a:cubicBezTo>
                      <a:pt x="7091" y="4924"/>
                      <a:pt x="7303" y="5402"/>
                      <a:pt x="7273" y="5611"/>
                    </a:cubicBezTo>
                    <a:cubicBezTo>
                      <a:pt x="7206" y="5878"/>
                      <a:pt x="7006" y="6078"/>
                      <a:pt x="6772" y="6145"/>
                    </a:cubicBezTo>
                    <a:cubicBezTo>
                      <a:pt x="6739" y="6145"/>
                      <a:pt x="6706" y="6178"/>
                      <a:pt x="6706" y="6178"/>
                    </a:cubicBezTo>
                    <a:cubicBezTo>
                      <a:pt x="6672" y="6211"/>
                      <a:pt x="6672" y="6245"/>
                      <a:pt x="6672" y="6312"/>
                    </a:cubicBezTo>
                    <a:cubicBezTo>
                      <a:pt x="6672" y="6678"/>
                      <a:pt x="6606" y="7012"/>
                      <a:pt x="6972" y="7145"/>
                    </a:cubicBezTo>
                    <a:cubicBezTo>
                      <a:pt x="7028" y="7150"/>
                      <a:pt x="7083" y="7152"/>
                      <a:pt x="7139" y="7152"/>
                    </a:cubicBezTo>
                    <a:cubicBezTo>
                      <a:pt x="7524" y="7152"/>
                      <a:pt x="7924" y="7053"/>
                      <a:pt x="8273" y="6879"/>
                    </a:cubicBezTo>
                    <a:cubicBezTo>
                      <a:pt x="8674" y="6712"/>
                      <a:pt x="9041" y="6478"/>
                      <a:pt x="9408" y="6178"/>
                    </a:cubicBezTo>
                    <a:cubicBezTo>
                      <a:pt x="9508" y="6111"/>
                      <a:pt x="10308" y="5378"/>
                      <a:pt x="10241" y="5277"/>
                    </a:cubicBezTo>
                    <a:cubicBezTo>
                      <a:pt x="10075" y="5011"/>
                      <a:pt x="9941" y="4710"/>
                      <a:pt x="9841" y="4444"/>
                    </a:cubicBezTo>
                    <a:lnTo>
                      <a:pt x="9841" y="4444"/>
                    </a:lnTo>
                    <a:lnTo>
                      <a:pt x="10075" y="4644"/>
                    </a:lnTo>
                    <a:cubicBezTo>
                      <a:pt x="10542" y="4577"/>
                      <a:pt x="11075" y="4377"/>
                      <a:pt x="11109" y="3910"/>
                    </a:cubicBezTo>
                    <a:cubicBezTo>
                      <a:pt x="11109" y="3576"/>
                      <a:pt x="10909" y="3276"/>
                      <a:pt x="10642" y="3109"/>
                    </a:cubicBezTo>
                    <a:lnTo>
                      <a:pt x="10642" y="3109"/>
                    </a:lnTo>
                    <a:cubicBezTo>
                      <a:pt x="10875" y="3176"/>
                      <a:pt x="11075" y="3276"/>
                      <a:pt x="11309" y="3409"/>
                    </a:cubicBezTo>
                    <a:cubicBezTo>
                      <a:pt x="11442" y="3109"/>
                      <a:pt x="11609" y="2809"/>
                      <a:pt x="11809" y="2542"/>
                    </a:cubicBezTo>
                    <a:cubicBezTo>
                      <a:pt x="11109" y="2509"/>
                      <a:pt x="10408" y="2342"/>
                      <a:pt x="9741" y="2008"/>
                    </a:cubicBezTo>
                    <a:cubicBezTo>
                      <a:pt x="8474" y="1441"/>
                      <a:pt x="7273" y="441"/>
                      <a:pt x="5905" y="74"/>
                    </a:cubicBezTo>
                    <a:cubicBezTo>
                      <a:pt x="5692" y="23"/>
                      <a:pt x="5478" y="0"/>
                      <a:pt x="52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g3f0a1af8da8_0_860"/>
              <p:cNvSpPr/>
              <p:nvPr/>
            </p:nvSpPr>
            <p:spPr>
              <a:xfrm>
                <a:off x="3859600" y="1970075"/>
                <a:ext cx="155975" cy="87700"/>
              </a:xfrm>
              <a:custGeom>
                <a:rect b="b" l="l" r="r" t="t"/>
                <a:pathLst>
                  <a:path extrusionOk="0" h="3508" w="6239">
                    <a:moveTo>
                      <a:pt x="2339" y="0"/>
                    </a:moveTo>
                    <a:cubicBezTo>
                      <a:pt x="1961" y="0"/>
                      <a:pt x="1725" y="72"/>
                      <a:pt x="1735" y="72"/>
                    </a:cubicBezTo>
                    <a:cubicBezTo>
                      <a:pt x="0" y="1273"/>
                      <a:pt x="67" y="1940"/>
                      <a:pt x="67" y="1940"/>
                    </a:cubicBezTo>
                    <a:cubicBezTo>
                      <a:pt x="641" y="1511"/>
                      <a:pt x="1257" y="1344"/>
                      <a:pt x="1870" y="1344"/>
                    </a:cubicBezTo>
                    <a:cubicBezTo>
                      <a:pt x="4074" y="1344"/>
                      <a:pt x="6238" y="3507"/>
                      <a:pt x="6238" y="3507"/>
                    </a:cubicBezTo>
                    <a:cubicBezTo>
                      <a:pt x="5097" y="441"/>
                      <a:pt x="3278" y="0"/>
                      <a:pt x="2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g3f0a1af8da8_0_860"/>
              <p:cNvSpPr/>
              <p:nvPr/>
            </p:nvSpPr>
            <p:spPr>
              <a:xfrm>
                <a:off x="3791200" y="2763825"/>
                <a:ext cx="228525" cy="546600"/>
              </a:xfrm>
              <a:custGeom>
                <a:rect b="b" l="l" r="r" t="t"/>
                <a:pathLst>
                  <a:path extrusionOk="0" h="21864" w="9141">
                    <a:moveTo>
                      <a:pt x="2854" y="1"/>
                    </a:moveTo>
                    <a:cubicBezTo>
                      <a:pt x="2735" y="1"/>
                      <a:pt x="2670" y="15"/>
                      <a:pt x="2670" y="44"/>
                    </a:cubicBezTo>
                    <a:cubicBezTo>
                      <a:pt x="2670" y="278"/>
                      <a:pt x="4337" y="10052"/>
                      <a:pt x="3904" y="11086"/>
                    </a:cubicBezTo>
                    <a:cubicBezTo>
                      <a:pt x="3237" y="12687"/>
                      <a:pt x="2536" y="14221"/>
                      <a:pt x="1836" y="15789"/>
                    </a:cubicBezTo>
                    <a:cubicBezTo>
                      <a:pt x="1402" y="16723"/>
                      <a:pt x="835" y="17624"/>
                      <a:pt x="468" y="18591"/>
                    </a:cubicBezTo>
                    <a:cubicBezTo>
                      <a:pt x="234" y="19091"/>
                      <a:pt x="101" y="19625"/>
                      <a:pt x="34" y="20159"/>
                    </a:cubicBezTo>
                    <a:cubicBezTo>
                      <a:pt x="1" y="20592"/>
                      <a:pt x="101" y="21059"/>
                      <a:pt x="301" y="21493"/>
                    </a:cubicBezTo>
                    <a:cubicBezTo>
                      <a:pt x="351" y="21669"/>
                      <a:pt x="477" y="21864"/>
                      <a:pt x="650" y="21864"/>
                    </a:cubicBezTo>
                    <a:cubicBezTo>
                      <a:pt x="707" y="21864"/>
                      <a:pt x="769" y="21843"/>
                      <a:pt x="835" y="21793"/>
                    </a:cubicBezTo>
                    <a:cubicBezTo>
                      <a:pt x="1035" y="21626"/>
                      <a:pt x="1035" y="21326"/>
                      <a:pt x="1168" y="21159"/>
                    </a:cubicBezTo>
                    <a:cubicBezTo>
                      <a:pt x="1402" y="20893"/>
                      <a:pt x="1635" y="20626"/>
                      <a:pt x="1869" y="20359"/>
                    </a:cubicBezTo>
                    <a:cubicBezTo>
                      <a:pt x="2469" y="19658"/>
                      <a:pt x="3036" y="18958"/>
                      <a:pt x="3637" y="18257"/>
                    </a:cubicBezTo>
                    <a:cubicBezTo>
                      <a:pt x="4738" y="16890"/>
                      <a:pt x="5905" y="15522"/>
                      <a:pt x="6906" y="14088"/>
                    </a:cubicBezTo>
                    <a:cubicBezTo>
                      <a:pt x="7907" y="12753"/>
                      <a:pt x="8574" y="11186"/>
                      <a:pt x="8874" y="9551"/>
                    </a:cubicBezTo>
                    <a:cubicBezTo>
                      <a:pt x="9141" y="8184"/>
                      <a:pt x="8874" y="1912"/>
                      <a:pt x="8874" y="1912"/>
                    </a:cubicBezTo>
                    <a:cubicBezTo>
                      <a:pt x="8132" y="904"/>
                      <a:pt x="3803" y="1"/>
                      <a:pt x="2854" y="1"/>
                    </a:cubicBezTo>
                    <a:close/>
                  </a:path>
                </a:pathLst>
              </a:custGeom>
              <a:solidFill>
                <a:srgbClr val="DC8653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g3f0a1af8da8_0_860"/>
              <p:cNvSpPr/>
              <p:nvPr/>
            </p:nvSpPr>
            <p:spPr>
              <a:xfrm>
                <a:off x="3705675" y="2693750"/>
                <a:ext cx="208825" cy="775450"/>
              </a:xfrm>
              <a:custGeom>
                <a:rect b="b" l="l" r="r" t="t"/>
                <a:pathLst>
                  <a:path extrusionOk="0" h="31018" w="8353">
                    <a:moveTo>
                      <a:pt x="2787" y="1"/>
                    </a:moveTo>
                    <a:cubicBezTo>
                      <a:pt x="1269" y="1"/>
                      <a:pt x="0" y="1506"/>
                      <a:pt x="20" y="3381"/>
                    </a:cubicBezTo>
                    <a:cubicBezTo>
                      <a:pt x="86" y="6617"/>
                      <a:pt x="2988" y="12788"/>
                      <a:pt x="3122" y="14589"/>
                    </a:cubicBezTo>
                    <a:cubicBezTo>
                      <a:pt x="3289" y="16390"/>
                      <a:pt x="2488" y="17424"/>
                      <a:pt x="2488" y="19659"/>
                    </a:cubicBezTo>
                    <a:cubicBezTo>
                      <a:pt x="2488" y="21894"/>
                      <a:pt x="4156" y="24596"/>
                      <a:pt x="3956" y="25830"/>
                    </a:cubicBezTo>
                    <a:cubicBezTo>
                      <a:pt x="3856" y="26231"/>
                      <a:pt x="3822" y="26631"/>
                      <a:pt x="3856" y="27031"/>
                    </a:cubicBezTo>
                    <a:cubicBezTo>
                      <a:pt x="3856" y="27198"/>
                      <a:pt x="3922" y="27332"/>
                      <a:pt x="3956" y="27598"/>
                    </a:cubicBezTo>
                    <a:cubicBezTo>
                      <a:pt x="4022" y="28132"/>
                      <a:pt x="4556" y="28766"/>
                      <a:pt x="5357" y="30100"/>
                    </a:cubicBezTo>
                    <a:cubicBezTo>
                      <a:pt x="5764" y="30762"/>
                      <a:pt x="6636" y="31018"/>
                      <a:pt x="7291" y="31018"/>
                    </a:cubicBezTo>
                    <a:cubicBezTo>
                      <a:pt x="7923" y="31018"/>
                      <a:pt x="8352" y="30778"/>
                      <a:pt x="7959" y="30434"/>
                    </a:cubicBezTo>
                    <a:cubicBezTo>
                      <a:pt x="7191" y="29767"/>
                      <a:pt x="6724" y="28199"/>
                      <a:pt x="6591" y="26898"/>
                    </a:cubicBezTo>
                    <a:cubicBezTo>
                      <a:pt x="6457" y="25564"/>
                      <a:pt x="6591" y="15490"/>
                      <a:pt x="6591" y="14022"/>
                    </a:cubicBezTo>
                    <a:cubicBezTo>
                      <a:pt x="6591" y="12588"/>
                      <a:pt x="6291" y="8685"/>
                      <a:pt x="6257" y="7651"/>
                    </a:cubicBezTo>
                    <a:cubicBezTo>
                      <a:pt x="6224" y="5983"/>
                      <a:pt x="6091" y="2814"/>
                      <a:pt x="6091" y="2814"/>
                    </a:cubicBezTo>
                    <a:cubicBezTo>
                      <a:pt x="5123" y="794"/>
                      <a:pt x="3889" y="1"/>
                      <a:pt x="2787" y="1"/>
                    </a:cubicBezTo>
                    <a:close/>
                  </a:path>
                </a:pathLst>
              </a:custGeom>
              <a:solidFill>
                <a:srgbClr val="F1AA7E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g3f0a1af8da8_0_860"/>
              <p:cNvSpPr/>
              <p:nvPr/>
            </p:nvSpPr>
            <p:spPr>
              <a:xfrm>
                <a:off x="3705671" y="2754126"/>
                <a:ext cx="307750" cy="106800"/>
              </a:xfrm>
              <a:custGeom>
                <a:rect b="b" l="l" r="r" t="t"/>
                <a:pathLst>
                  <a:path extrusionOk="0" h="4272" w="12310">
                    <a:moveTo>
                      <a:pt x="2014" y="1"/>
                    </a:moveTo>
                    <a:cubicBezTo>
                      <a:pt x="1325" y="1"/>
                      <a:pt x="641" y="171"/>
                      <a:pt x="1" y="502"/>
                    </a:cubicBezTo>
                    <a:lnTo>
                      <a:pt x="1" y="902"/>
                    </a:lnTo>
                    <a:cubicBezTo>
                      <a:pt x="1" y="902"/>
                      <a:pt x="973" y="578"/>
                      <a:pt x="2126" y="578"/>
                    </a:cubicBezTo>
                    <a:cubicBezTo>
                      <a:pt x="2895" y="578"/>
                      <a:pt x="3743" y="722"/>
                      <a:pt x="4437" y="1203"/>
                    </a:cubicBezTo>
                    <a:cubicBezTo>
                      <a:pt x="4704" y="1403"/>
                      <a:pt x="4971" y="1603"/>
                      <a:pt x="5271" y="1803"/>
                    </a:cubicBezTo>
                    <a:lnTo>
                      <a:pt x="5738" y="2170"/>
                    </a:lnTo>
                    <a:cubicBezTo>
                      <a:pt x="5805" y="2237"/>
                      <a:pt x="5905" y="2303"/>
                      <a:pt x="5971" y="2370"/>
                    </a:cubicBezTo>
                    <a:cubicBezTo>
                      <a:pt x="6005" y="2404"/>
                      <a:pt x="6072" y="2437"/>
                      <a:pt x="6138" y="2470"/>
                    </a:cubicBezTo>
                    <a:lnTo>
                      <a:pt x="6138" y="1770"/>
                    </a:lnTo>
                    <a:lnTo>
                      <a:pt x="6272" y="1836"/>
                    </a:lnTo>
                    <a:cubicBezTo>
                      <a:pt x="6305" y="1870"/>
                      <a:pt x="6305" y="1870"/>
                      <a:pt x="6305" y="1870"/>
                    </a:cubicBezTo>
                    <a:cubicBezTo>
                      <a:pt x="6305" y="1870"/>
                      <a:pt x="6305" y="1903"/>
                      <a:pt x="6305" y="1903"/>
                    </a:cubicBezTo>
                    <a:cubicBezTo>
                      <a:pt x="6338" y="2070"/>
                      <a:pt x="6405" y="2237"/>
                      <a:pt x="6438" y="2404"/>
                    </a:cubicBezTo>
                    <a:cubicBezTo>
                      <a:pt x="6438" y="2470"/>
                      <a:pt x="6438" y="2537"/>
                      <a:pt x="6438" y="2637"/>
                    </a:cubicBezTo>
                    <a:cubicBezTo>
                      <a:pt x="6472" y="2704"/>
                      <a:pt x="6472" y="2704"/>
                      <a:pt x="6539" y="2770"/>
                    </a:cubicBezTo>
                    <a:cubicBezTo>
                      <a:pt x="6772" y="2904"/>
                      <a:pt x="6972" y="3037"/>
                      <a:pt x="7206" y="3171"/>
                    </a:cubicBezTo>
                    <a:cubicBezTo>
                      <a:pt x="7673" y="3471"/>
                      <a:pt x="8173" y="3704"/>
                      <a:pt x="8707" y="3905"/>
                    </a:cubicBezTo>
                    <a:cubicBezTo>
                      <a:pt x="9341" y="4138"/>
                      <a:pt x="9974" y="4272"/>
                      <a:pt x="10641" y="4272"/>
                    </a:cubicBezTo>
                    <a:cubicBezTo>
                      <a:pt x="10975" y="4272"/>
                      <a:pt x="11309" y="4272"/>
                      <a:pt x="11642" y="4205"/>
                    </a:cubicBezTo>
                    <a:cubicBezTo>
                      <a:pt x="11809" y="4171"/>
                      <a:pt x="11976" y="4138"/>
                      <a:pt x="12143" y="4105"/>
                    </a:cubicBezTo>
                    <a:cubicBezTo>
                      <a:pt x="12209" y="4071"/>
                      <a:pt x="12276" y="4071"/>
                      <a:pt x="12309" y="4005"/>
                    </a:cubicBezTo>
                    <a:cubicBezTo>
                      <a:pt x="12309" y="3905"/>
                      <a:pt x="12309" y="3838"/>
                      <a:pt x="12309" y="3738"/>
                    </a:cubicBezTo>
                    <a:lnTo>
                      <a:pt x="12309" y="3604"/>
                    </a:lnTo>
                    <a:cubicBezTo>
                      <a:pt x="12286" y="3485"/>
                      <a:pt x="12091" y="3468"/>
                      <a:pt x="11946" y="3468"/>
                    </a:cubicBezTo>
                    <a:cubicBezTo>
                      <a:pt x="11888" y="3468"/>
                      <a:pt x="11838" y="3471"/>
                      <a:pt x="11809" y="3471"/>
                    </a:cubicBezTo>
                    <a:lnTo>
                      <a:pt x="11008" y="3471"/>
                    </a:lnTo>
                    <a:cubicBezTo>
                      <a:pt x="9574" y="3404"/>
                      <a:pt x="8206" y="2971"/>
                      <a:pt x="6972" y="2237"/>
                    </a:cubicBezTo>
                    <a:cubicBezTo>
                      <a:pt x="5705" y="1469"/>
                      <a:pt x="4537" y="469"/>
                      <a:pt x="3069" y="135"/>
                    </a:cubicBezTo>
                    <a:cubicBezTo>
                      <a:pt x="2720" y="45"/>
                      <a:pt x="2366" y="1"/>
                      <a:pt x="2014" y="1"/>
                    </a:cubicBezTo>
                    <a:close/>
                  </a:path>
                </a:pathLst>
              </a:custGeom>
              <a:solidFill>
                <a:srgbClr val="DC8653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g3f0a1af8da8_0_860"/>
              <p:cNvSpPr/>
              <p:nvPr/>
            </p:nvSpPr>
            <p:spPr>
              <a:xfrm>
                <a:off x="3579400" y="2204525"/>
                <a:ext cx="728050" cy="696075"/>
              </a:xfrm>
              <a:custGeom>
                <a:rect b="b" l="l" r="r" t="t"/>
                <a:pathLst>
                  <a:path extrusionOk="0" h="27843" w="29122">
                    <a:moveTo>
                      <a:pt x="11642" y="0"/>
                    </a:moveTo>
                    <a:cubicBezTo>
                      <a:pt x="11642" y="0"/>
                      <a:pt x="10574" y="1435"/>
                      <a:pt x="9907" y="4303"/>
                    </a:cubicBezTo>
                    <a:cubicBezTo>
                      <a:pt x="9240" y="7172"/>
                      <a:pt x="9574" y="9807"/>
                      <a:pt x="6605" y="12443"/>
                    </a:cubicBezTo>
                    <a:cubicBezTo>
                      <a:pt x="5471" y="13510"/>
                      <a:pt x="4970" y="15111"/>
                      <a:pt x="5371" y="16646"/>
                    </a:cubicBezTo>
                    <a:cubicBezTo>
                      <a:pt x="5237" y="16712"/>
                      <a:pt x="5337" y="17079"/>
                      <a:pt x="5237" y="17246"/>
                    </a:cubicBezTo>
                    <a:cubicBezTo>
                      <a:pt x="5104" y="17413"/>
                      <a:pt x="4970" y="17546"/>
                      <a:pt x="4804" y="17680"/>
                    </a:cubicBezTo>
                    <a:cubicBezTo>
                      <a:pt x="4537" y="17846"/>
                      <a:pt x="4270" y="17980"/>
                      <a:pt x="3970" y="18080"/>
                    </a:cubicBezTo>
                    <a:cubicBezTo>
                      <a:pt x="3536" y="18247"/>
                      <a:pt x="3069" y="18247"/>
                      <a:pt x="2635" y="18347"/>
                    </a:cubicBezTo>
                    <a:cubicBezTo>
                      <a:pt x="1968" y="18514"/>
                      <a:pt x="1368" y="18880"/>
                      <a:pt x="968" y="19414"/>
                    </a:cubicBezTo>
                    <a:cubicBezTo>
                      <a:pt x="701" y="19748"/>
                      <a:pt x="501" y="20148"/>
                      <a:pt x="334" y="20548"/>
                    </a:cubicBezTo>
                    <a:cubicBezTo>
                      <a:pt x="134" y="21182"/>
                      <a:pt x="0" y="21849"/>
                      <a:pt x="0" y="22550"/>
                    </a:cubicBezTo>
                    <a:cubicBezTo>
                      <a:pt x="100" y="23217"/>
                      <a:pt x="367" y="23851"/>
                      <a:pt x="767" y="24384"/>
                    </a:cubicBezTo>
                    <a:cubicBezTo>
                      <a:pt x="1068" y="24918"/>
                      <a:pt x="1535" y="25352"/>
                      <a:pt x="2068" y="25685"/>
                    </a:cubicBezTo>
                    <a:cubicBezTo>
                      <a:pt x="2202" y="25752"/>
                      <a:pt x="2335" y="25752"/>
                      <a:pt x="2469" y="25752"/>
                    </a:cubicBezTo>
                    <a:cubicBezTo>
                      <a:pt x="2502" y="25752"/>
                      <a:pt x="2535" y="25752"/>
                      <a:pt x="2569" y="25719"/>
                    </a:cubicBezTo>
                    <a:cubicBezTo>
                      <a:pt x="2569" y="25685"/>
                      <a:pt x="2535" y="25519"/>
                      <a:pt x="2535" y="25485"/>
                    </a:cubicBezTo>
                    <a:cubicBezTo>
                      <a:pt x="2569" y="25419"/>
                      <a:pt x="2602" y="25352"/>
                      <a:pt x="2669" y="25285"/>
                    </a:cubicBezTo>
                    <a:cubicBezTo>
                      <a:pt x="2969" y="24985"/>
                      <a:pt x="3269" y="24685"/>
                      <a:pt x="3603" y="24384"/>
                    </a:cubicBezTo>
                    <a:cubicBezTo>
                      <a:pt x="3903" y="24051"/>
                      <a:pt x="4170" y="23684"/>
                      <a:pt x="4503" y="23350"/>
                    </a:cubicBezTo>
                    <a:cubicBezTo>
                      <a:pt x="5352" y="22525"/>
                      <a:pt x="6467" y="22083"/>
                      <a:pt x="7613" y="22083"/>
                    </a:cubicBezTo>
                    <a:cubicBezTo>
                      <a:pt x="8089" y="22083"/>
                      <a:pt x="8570" y="22160"/>
                      <a:pt x="9040" y="22316"/>
                    </a:cubicBezTo>
                    <a:cubicBezTo>
                      <a:pt x="9907" y="22616"/>
                      <a:pt x="10675" y="23117"/>
                      <a:pt x="11575" y="23317"/>
                    </a:cubicBezTo>
                    <a:cubicBezTo>
                      <a:pt x="12476" y="23517"/>
                      <a:pt x="13343" y="23751"/>
                      <a:pt x="14244" y="24051"/>
                    </a:cubicBezTo>
                    <a:cubicBezTo>
                      <a:pt x="16679" y="25018"/>
                      <a:pt x="20215" y="27453"/>
                      <a:pt x="23517" y="27820"/>
                    </a:cubicBezTo>
                    <a:cubicBezTo>
                      <a:pt x="23697" y="27834"/>
                      <a:pt x="23882" y="27842"/>
                      <a:pt x="24071" y="27842"/>
                    </a:cubicBezTo>
                    <a:cubicBezTo>
                      <a:pt x="24338" y="27842"/>
                      <a:pt x="24611" y="27826"/>
                      <a:pt x="24885" y="27787"/>
                    </a:cubicBezTo>
                    <a:cubicBezTo>
                      <a:pt x="26553" y="27487"/>
                      <a:pt x="28020" y="26519"/>
                      <a:pt x="28988" y="25118"/>
                    </a:cubicBezTo>
                    <a:cubicBezTo>
                      <a:pt x="29121" y="24785"/>
                      <a:pt x="24918" y="24885"/>
                      <a:pt x="20548" y="21649"/>
                    </a:cubicBezTo>
                    <a:cubicBezTo>
                      <a:pt x="16145" y="18413"/>
                      <a:pt x="16212" y="16579"/>
                      <a:pt x="16679" y="12576"/>
                    </a:cubicBezTo>
                    <a:cubicBezTo>
                      <a:pt x="17146" y="8573"/>
                      <a:pt x="18947" y="7739"/>
                      <a:pt x="18947" y="7739"/>
                    </a:cubicBezTo>
                    <a:cubicBezTo>
                      <a:pt x="17346" y="2869"/>
                      <a:pt x="19548" y="1301"/>
                      <a:pt x="19548" y="1301"/>
                    </a:cubicBezTo>
                    <a:lnTo>
                      <a:pt x="19014" y="1134"/>
                    </a:lnTo>
                    <a:cubicBezTo>
                      <a:pt x="14878" y="2736"/>
                      <a:pt x="14577" y="4937"/>
                      <a:pt x="14577" y="4937"/>
                    </a:cubicBezTo>
                    <a:cubicBezTo>
                      <a:pt x="12809" y="3703"/>
                      <a:pt x="11875" y="234"/>
                      <a:pt x="11875" y="234"/>
                    </a:cubicBezTo>
                    <a:lnTo>
                      <a:pt x="1164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g3f0a1af8da8_0_860"/>
              <p:cNvSpPr/>
              <p:nvPr/>
            </p:nvSpPr>
            <p:spPr>
              <a:xfrm>
                <a:off x="3783700" y="2185650"/>
                <a:ext cx="341950" cy="357100"/>
              </a:xfrm>
              <a:custGeom>
                <a:rect b="b" l="l" r="r" t="t"/>
                <a:pathLst>
                  <a:path extrusionOk="0" h="14284" w="13678">
                    <a:moveTo>
                      <a:pt x="2025" y="1"/>
                    </a:moveTo>
                    <a:cubicBezTo>
                      <a:pt x="1455" y="1"/>
                      <a:pt x="912" y="262"/>
                      <a:pt x="568" y="722"/>
                    </a:cubicBezTo>
                    <a:cubicBezTo>
                      <a:pt x="34" y="1356"/>
                      <a:pt x="1" y="2256"/>
                      <a:pt x="34" y="3057"/>
                    </a:cubicBezTo>
                    <a:cubicBezTo>
                      <a:pt x="67" y="5125"/>
                      <a:pt x="301" y="7193"/>
                      <a:pt x="701" y="9228"/>
                    </a:cubicBezTo>
                    <a:cubicBezTo>
                      <a:pt x="801" y="9795"/>
                      <a:pt x="1001" y="10396"/>
                      <a:pt x="1368" y="10896"/>
                    </a:cubicBezTo>
                    <a:cubicBezTo>
                      <a:pt x="1769" y="11296"/>
                      <a:pt x="2236" y="11630"/>
                      <a:pt x="2769" y="11863"/>
                    </a:cubicBezTo>
                    <a:cubicBezTo>
                      <a:pt x="5004" y="12964"/>
                      <a:pt x="7273" y="14065"/>
                      <a:pt x="9741" y="14265"/>
                    </a:cubicBezTo>
                    <a:cubicBezTo>
                      <a:pt x="9908" y="14276"/>
                      <a:pt x="10071" y="14284"/>
                      <a:pt x="10233" y="14284"/>
                    </a:cubicBezTo>
                    <a:cubicBezTo>
                      <a:pt x="10556" y="14284"/>
                      <a:pt x="10875" y="14254"/>
                      <a:pt x="11209" y="14165"/>
                    </a:cubicBezTo>
                    <a:cubicBezTo>
                      <a:pt x="11676" y="14031"/>
                      <a:pt x="12109" y="13798"/>
                      <a:pt x="12476" y="13498"/>
                    </a:cubicBezTo>
                    <a:cubicBezTo>
                      <a:pt x="12743" y="13264"/>
                      <a:pt x="13344" y="12797"/>
                      <a:pt x="13377" y="12397"/>
                    </a:cubicBezTo>
                    <a:lnTo>
                      <a:pt x="13377" y="12397"/>
                    </a:lnTo>
                    <a:cubicBezTo>
                      <a:pt x="13269" y="12428"/>
                      <a:pt x="13168" y="12473"/>
                      <a:pt x="13074" y="12529"/>
                    </a:cubicBezTo>
                    <a:lnTo>
                      <a:pt x="13074" y="12529"/>
                    </a:lnTo>
                    <a:cubicBezTo>
                      <a:pt x="13339" y="12284"/>
                      <a:pt x="13554" y="11975"/>
                      <a:pt x="13677" y="11630"/>
                    </a:cubicBezTo>
                    <a:cubicBezTo>
                      <a:pt x="13643" y="11624"/>
                      <a:pt x="13608" y="11621"/>
                      <a:pt x="13572" y="11621"/>
                    </a:cubicBezTo>
                    <a:cubicBezTo>
                      <a:pt x="13415" y="11621"/>
                      <a:pt x="13246" y="11674"/>
                      <a:pt x="13093" y="11765"/>
                    </a:cubicBezTo>
                    <a:lnTo>
                      <a:pt x="13093" y="11765"/>
                    </a:lnTo>
                    <a:cubicBezTo>
                      <a:pt x="13185" y="11693"/>
                      <a:pt x="13206" y="11578"/>
                      <a:pt x="13177" y="11463"/>
                    </a:cubicBezTo>
                    <a:cubicBezTo>
                      <a:pt x="13131" y="11456"/>
                      <a:pt x="13085" y="11453"/>
                      <a:pt x="13041" y="11453"/>
                    </a:cubicBezTo>
                    <a:cubicBezTo>
                      <a:pt x="12444" y="11453"/>
                      <a:pt x="11999" y="12039"/>
                      <a:pt x="11409" y="12163"/>
                    </a:cubicBezTo>
                    <a:lnTo>
                      <a:pt x="10842" y="12163"/>
                    </a:lnTo>
                    <a:cubicBezTo>
                      <a:pt x="10508" y="12197"/>
                      <a:pt x="10241" y="12297"/>
                      <a:pt x="9975" y="12464"/>
                    </a:cubicBezTo>
                    <a:cubicBezTo>
                      <a:pt x="9824" y="12522"/>
                      <a:pt x="9691" y="12547"/>
                      <a:pt x="9567" y="12547"/>
                    </a:cubicBezTo>
                    <a:cubicBezTo>
                      <a:pt x="9197" y="12547"/>
                      <a:pt x="8915" y="12322"/>
                      <a:pt x="8540" y="12097"/>
                    </a:cubicBezTo>
                    <a:cubicBezTo>
                      <a:pt x="8040" y="11830"/>
                      <a:pt x="7539" y="11430"/>
                      <a:pt x="7039" y="11096"/>
                    </a:cubicBezTo>
                    <a:lnTo>
                      <a:pt x="6439" y="10729"/>
                    </a:lnTo>
                    <a:cubicBezTo>
                      <a:pt x="5872" y="10396"/>
                      <a:pt x="5305" y="9962"/>
                      <a:pt x="4871" y="9462"/>
                    </a:cubicBezTo>
                    <a:cubicBezTo>
                      <a:pt x="4104" y="8561"/>
                      <a:pt x="3904" y="7327"/>
                      <a:pt x="3737" y="6159"/>
                    </a:cubicBezTo>
                    <a:cubicBezTo>
                      <a:pt x="3570" y="5459"/>
                      <a:pt x="3470" y="4758"/>
                      <a:pt x="3470" y="4024"/>
                    </a:cubicBezTo>
                    <a:cubicBezTo>
                      <a:pt x="3570" y="3224"/>
                      <a:pt x="3603" y="2390"/>
                      <a:pt x="3570" y="1589"/>
                    </a:cubicBezTo>
                    <a:cubicBezTo>
                      <a:pt x="3570" y="1322"/>
                      <a:pt x="3537" y="1056"/>
                      <a:pt x="3470" y="789"/>
                    </a:cubicBezTo>
                    <a:cubicBezTo>
                      <a:pt x="3303" y="255"/>
                      <a:pt x="2836" y="122"/>
                      <a:pt x="2302" y="21"/>
                    </a:cubicBezTo>
                    <a:cubicBezTo>
                      <a:pt x="2210" y="8"/>
                      <a:pt x="2117" y="1"/>
                      <a:pt x="2025" y="1"/>
                    </a:cubicBezTo>
                    <a:close/>
                  </a:path>
                </a:pathLst>
              </a:custGeom>
              <a:solidFill>
                <a:srgbClr val="F1AA7E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g3f0a1af8da8_0_860"/>
              <p:cNvSpPr/>
              <p:nvPr/>
            </p:nvSpPr>
            <p:spPr>
              <a:xfrm>
                <a:off x="3831250" y="2236975"/>
                <a:ext cx="284375" cy="237150"/>
              </a:xfrm>
              <a:custGeom>
                <a:rect b="b" l="l" r="r" t="t"/>
                <a:pathLst>
                  <a:path extrusionOk="0" h="9486" w="11375">
                    <a:moveTo>
                      <a:pt x="9518" y="0"/>
                    </a:moveTo>
                    <a:cubicBezTo>
                      <a:pt x="9418" y="0"/>
                      <a:pt x="9323" y="29"/>
                      <a:pt x="9240" y="70"/>
                    </a:cubicBezTo>
                    <a:cubicBezTo>
                      <a:pt x="9140" y="137"/>
                      <a:pt x="9040" y="237"/>
                      <a:pt x="8973" y="370"/>
                    </a:cubicBezTo>
                    <a:cubicBezTo>
                      <a:pt x="8006" y="2272"/>
                      <a:pt x="7939" y="4506"/>
                      <a:pt x="8873" y="6475"/>
                    </a:cubicBezTo>
                    <a:cubicBezTo>
                      <a:pt x="8873" y="6475"/>
                      <a:pt x="7239" y="6541"/>
                      <a:pt x="7072" y="6541"/>
                    </a:cubicBezTo>
                    <a:cubicBezTo>
                      <a:pt x="6438" y="6475"/>
                      <a:pt x="5804" y="6341"/>
                      <a:pt x="5204" y="6108"/>
                    </a:cubicBezTo>
                    <a:cubicBezTo>
                      <a:pt x="4136" y="5641"/>
                      <a:pt x="3102" y="5074"/>
                      <a:pt x="2202" y="4340"/>
                    </a:cubicBezTo>
                    <a:cubicBezTo>
                      <a:pt x="1801" y="4106"/>
                      <a:pt x="1568" y="3706"/>
                      <a:pt x="1535" y="3272"/>
                    </a:cubicBezTo>
                    <a:cubicBezTo>
                      <a:pt x="1501" y="2839"/>
                      <a:pt x="1501" y="2438"/>
                      <a:pt x="1501" y="2005"/>
                    </a:cubicBezTo>
                    <a:cubicBezTo>
                      <a:pt x="1501" y="1771"/>
                      <a:pt x="1501" y="1504"/>
                      <a:pt x="1434" y="1271"/>
                    </a:cubicBezTo>
                    <a:cubicBezTo>
                      <a:pt x="1384" y="1070"/>
                      <a:pt x="1070" y="586"/>
                      <a:pt x="846" y="586"/>
                    </a:cubicBezTo>
                    <a:cubicBezTo>
                      <a:pt x="772" y="586"/>
                      <a:pt x="709" y="638"/>
                      <a:pt x="667" y="770"/>
                    </a:cubicBezTo>
                    <a:cubicBezTo>
                      <a:pt x="567" y="1204"/>
                      <a:pt x="834" y="1704"/>
                      <a:pt x="801" y="2171"/>
                    </a:cubicBezTo>
                    <a:cubicBezTo>
                      <a:pt x="767" y="2805"/>
                      <a:pt x="601" y="3406"/>
                      <a:pt x="300" y="3973"/>
                    </a:cubicBezTo>
                    <a:cubicBezTo>
                      <a:pt x="167" y="4273"/>
                      <a:pt x="0" y="4540"/>
                      <a:pt x="100" y="4807"/>
                    </a:cubicBezTo>
                    <a:cubicBezTo>
                      <a:pt x="234" y="5107"/>
                      <a:pt x="567" y="5174"/>
                      <a:pt x="834" y="5274"/>
                    </a:cubicBezTo>
                    <a:cubicBezTo>
                      <a:pt x="1768" y="5574"/>
                      <a:pt x="2368" y="6308"/>
                      <a:pt x="3136" y="6875"/>
                    </a:cubicBezTo>
                    <a:cubicBezTo>
                      <a:pt x="3970" y="7475"/>
                      <a:pt x="4870" y="8009"/>
                      <a:pt x="5771" y="8443"/>
                    </a:cubicBezTo>
                    <a:cubicBezTo>
                      <a:pt x="6672" y="8876"/>
                      <a:pt x="7572" y="9176"/>
                      <a:pt x="8540" y="9343"/>
                    </a:cubicBezTo>
                    <a:cubicBezTo>
                      <a:pt x="8828" y="9391"/>
                      <a:pt x="9362" y="9486"/>
                      <a:pt x="9870" y="9486"/>
                    </a:cubicBezTo>
                    <a:cubicBezTo>
                      <a:pt x="10419" y="9486"/>
                      <a:pt x="10936" y="9375"/>
                      <a:pt x="11075" y="8976"/>
                    </a:cubicBezTo>
                    <a:cubicBezTo>
                      <a:pt x="11141" y="8810"/>
                      <a:pt x="11175" y="8609"/>
                      <a:pt x="11141" y="8443"/>
                    </a:cubicBezTo>
                    <a:cubicBezTo>
                      <a:pt x="11141" y="6775"/>
                      <a:pt x="11342" y="5207"/>
                      <a:pt x="11342" y="3539"/>
                    </a:cubicBezTo>
                    <a:cubicBezTo>
                      <a:pt x="11375" y="2839"/>
                      <a:pt x="11308" y="2138"/>
                      <a:pt x="11108" y="1471"/>
                    </a:cubicBezTo>
                    <a:cubicBezTo>
                      <a:pt x="10908" y="770"/>
                      <a:pt x="10374" y="237"/>
                      <a:pt x="9707" y="37"/>
                    </a:cubicBezTo>
                    <a:cubicBezTo>
                      <a:pt x="9643" y="11"/>
                      <a:pt x="9580" y="0"/>
                      <a:pt x="9518" y="0"/>
                    </a:cubicBezTo>
                    <a:close/>
                  </a:path>
                </a:pathLst>
              </a:custGeom>
              <a:solidFill>
                <a:srgbClr val="F1AA7E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g3f0a1af8da8_0_860"/>
              <p:cNvSpPr/>
              <p:nvPr/>
            </p:nvSpPr>
            <p:spPr>
              <a:xfrm>
                <a:off x="3565229" y="2655379"/>
                <a:ext cx="635475" cy="242160"/>
              </a:xfrm>
              <a:custGeom>
                <a:rect b="b" l="l" r="r" t="t"/>
                <a:pathLst>
                  <a:path extrusionOk="0" h="9809" w="25419">
                    <a:moveTo>
                      <a:pt x="5509" y="1"/>
                    </a:moveTo>
                    <a:cubicBezTo>
                      <a:pt x="4794" y="1"/>
                      <a:pt x="4085" y="95"/>
                      <a:pt x="3403" y="313"/>
                    </a:cubicBezTo>
                    <a:cubicBezTo>
                      <a:pt x="867" y="1080"/>
                      <a:pt x="0" y="3648"/>
                      <a:pt x="901" y="6050"/>
                    </a:cubicBezTo>
                    <a:cubicBezTo>
                      <a:pt x="1134" y="6751"/>
                      <a:pt x="1701" y="7351"/>
                      <a:pt x="2369" y="7618"/>
                    </a:cubicBezTo>
                    <a:cubicBezTo>
                      <a:pt x="2764" y="7758"/>
                      <a:pt x="3159" y="7816"/>
                      <a:pt x="3555" y="7816"/>
                    </a:cubicBezTo>
                    <a:cubicBezTo>
                      <a:pt x="3726" y="7816"/>
                      <a:pt x="3898" y="7805"/>
                      <a:pt x="4070" y="7785"/>
                    </a:cubicBezTo>
                    <a:cubicBezTo>
                      <a:pt x="3770" y="7785"/>
                      <a:pt x="3469" y="7651"/>
                      <a:pt x="3269" y="7451"/>
                    </a:cubicBezTo>
                    <a:cubicBezTo>
                      <a:pt x="2969" y="7218"/>
                      <a:pt x="3736" y="6150"/>
                      <a:pt x="3870" y="5950"/>
                    </a:cubicBezTo>
                    <a:cubicBezTo>
                      <a:pt x="4237" y="5483"/>
                      <a:pt x="4704" y="5083"/>
                      <a:pt x="5237" y="4749"/>
                    </a:cubicBezTo>
                    <a:lnTo>
                      <a:pt x="5371" y="4683"/>
                    </a:lnTo>
                    <a:cubicBezTo>
                      <a:pt x="6100" y="4283"/>
                      <a:pt x="6895" y="4065"/>
                      <a:pt x="7698" y="4065"/>
                    </a:cubicBezTo>
                    <a:cubicBezTo>
                      <a:pt x="8034" y="4065"/>
                      <a:pt x="8372" y="4103"/>
                      <a:pt x="8706" y="4182"/>
                    </a:cubicBezTo>
                    <a:cubicBezTo>
                      <a:pt x="10174" y="4549"/>
                      <a:pt x="11342" y="5516"/>
                      <a:pt x="12609" y="6250"/>
                    </a:cubicBezTo>
                    <a:cubicBezTo>
                      <a:pt x="13843" y="6984"/>
                      <a:pt x="15211" y="7418"/>
                      <a:pt x="16645" y="7518"/>
                    </a:cubicBezTo>
                    <a:cubicBezTo>
                      <a:pt x="16771" y="7509"/>
                      <a:pt x="16893" y="7505"/>
                      <a:pt x="17015" y="7505"/>
                    </a:cubicBezTo>
                    <a:cubicBezTo>
                      <a:pt x="17347" y="7505"/>
                      <a:pt x="17671" y="7536"/>
                      <a:pt x="18013" y="7585"/>
                    </a:cubicBezTo>
                    <a:lnTo>
                      <a:pt x="18213" y="7618"/>
                    </a:lnTo>
                    <a:cubicBezTo>
                      <a:pt x="19147" y="7852"/>
                      <a:pt x="19881" y="8485"/>
                      <a:pt x="20748" y="8852"/>
                    </a:cubicBezTo>
                    <a:cubicBezTo>
                      <a:pt x="21816" y="9319"/>
                      <a:pt x="22917" y="9619"/>
                      <a:pt x="24084" y="9786"/>
                    </a:cubicBezTo>
                    <a:cubicBezTo>
                      <a:pt x="24264" y="9800"/>
                      <a:pt x="24449" y="9808"/>
                      <a:pt x="24635" y="9808"/>
                    </a:cubicBezTo>
                    <a:cubicBezTo>
                      <a:pt x="24899" y="9808"/>
                      <a:pt x="25164" y="9792"/>
                      <a:pt x="25418" y="9753"/>
                    </a:cubicBezTo>
                    <a:cubicBezTo>
                      <a:pt x="25151" y="9753"/>
                      <a:pt x="22216" y="9686"/>
                      <a:pt x="18380" y="7218"/>
                    </a:cubicBezTo>
                    <a:cubicBezTo>
                      <a:pt x="16946" y="6284"/>
                      <a:pt x="15611" y="5150"/>
                      <a:pt x="14410" y="3882"/>
                    </a:cubicBezTo>
                    <a:cubicBezTo>
                      <a:pt x="13243" y="2748"/>
                      <a:pt x="11909" y="1847"/>
                      <a:pt x="10441" y="1213"/>
                    </a:cubicBezTo>
                    <a:cubicBezTo>
                      <a:pt x="8939" y="533"/>
                      <a:pt x="7206" y="1"/>
                      <a:pt x="550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g3f0a1af8da8_0_860"/>
              <p:cNvSpPr/>
              <p:nvPr/>
            </p:nvSpPr>
            <p:spPr>
              <a:xfrm>
                <a:off x="3590225" y="2198675"/>
                <a:ext cx="65075" cy="179325"/>
              </a:xfrm>
              <a:custGeom>
                <a:rect b="b" l="l" r="r" t="t"/>
                <a:pathLst>
                  <a:path extrusionOk="0" h="7173" w="2603">
                    <a:moveTo>
                      <a:pt x="101" y="1"/>
                    </a:moveTo>
                    <a:cubicBezTo>
                      <a:pt x="1" y="735"/>
                      <a:pt x="68" y="1502"/>
                      <a:pt x="334" y="2202"/>
                    </a:cubicBezTo>
                    <a:cubicBezTo>
                      <a:pt x="801" y="3337"/>
                      <a:pt x="2603" y="7173"/>
                      <a:pt x="2603" y="7173"/>
                    </a:cubicBezTo>
                    <a:lnTo>
                      <a:pt x="2603" y="2002"/>
                    </a:lnTo>
                    <a:cubicBezTo>
                      <a:pt x="1702" y="1936"/>
                      <a:pt x="101" y="1"/>
                      <a:pt x="101" y="1"/>
                    </a:cubicBezTo>
                    <a:close/>
                  </a:path>
                </a:pathLst>
              </a:custGeom>
              <a:solidFill>
                <a:srgbClr val="722F1C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g3f0a1af8da8_0_860"/>
              <p:cNvSpPr/>
              <p:nvPr/>
            </p:nvSpPr>
            <p:spPr>
              <a:xfrm>
                <a:off x="3313375" y="2191175"/>
                <a:ext cx="373625" cy="574600"/>
              </a:xfrm>
              <a:custGeom>
                <a:rect b="b" l="l" r="r" t="t"/>
                <a:pathLst>
                  <a:path extrusionOk="0" h="22984" w="14945">
                    <a:moveTo>
                      <a:pt x="9574" y="1"/>
                    </a:moveTo>
                    <a:cubicBezTo>
                      <a:pt x="9574" y="1"/>
                      <a:pt x="7406" y="368"/>
                      <a:pt x="5671" y="3270"/>
                    </a:cubicBezTo>
                    <a:cubicBezTo>
                      <a:pt x="3970" y="6172"/>
                      <a:pt x="3970" y="9507"/>
                      <a:pt x="2302" y="12043"/>
                    </a:cubicBezTo>
                    <a:cubicBezTo>
                      <a:pt x="1468" y="13310"/>
                      <a:pt x="701" y="14611"/>
                      <a:pt x="0" y="15945"/>
                    </a:cubicBezTo>
                    <a:cubicBezTo>
                      <a:pt x="0" y="15945"/>
                      <a:pt x="6839" y="18647"/>
                      <a:pt x="8139" y="20549"/>
                    </a:cubicBezTo>
                    <a:cubicBezTo>
                      <a:pt x="9407" y="22417"/>
                      <a:pt x="9574" y="22984"/>
                      <a:pt x="9574" y="22984"/>
                    </a:cubicBezTo>
                    <a:cubicBezTo>
                      <a:pt x="9674" y="22450"/>
                      <a:pt x="9741" y="21883"/>
                      <a:pt x="9807" y="21349"/>
                    </a:cubicBezTo>
                    <a:cubicBezTo>
                      <a:pt x="10007" y="20148"/>
                      <a:pt x="10208" y="18914"/>
                      <a:pt x="10408" y="17713"/>
                    </a:cubicBezTo>
                    <a:cubicBezTo>
                      <a:pt x="10575" y="16646"/>
                      <a:pt x="10575" y="15245"/>
                      <a:pt x="11308" y="14444"/>
                    </a:cubicBezTo>
                    <a:cubicBezTo>
                      <a:pt x="11809" y="13911"/>
                      <a:pt x="12242" y="13310"/>
                      <a:pt x="12609" y="12643"/>
                    </a:cubicBezTo>
                    <a:cubicBezTo>
                      <a:pt x="12743" y="12409"/>
                      <a:pt x="12876" y="12143"/>
                      <a:pt x="12910" y="11876"/>
                    </a:cubicBezTo>
                    <a:cubicBezTo>
                      <a:pt x="12943" y="11576"/>
                      <a:pt x="13010" y="11275"/>
                      <a:pt x="13076" y="11008"/>
                    </a:cubicBezTo>
                    <a:cubicBezTo>
                      <a:pt x="13243" y="10708"/>
                      <a:pt x="13377" y="10441"/>
                      <a:pt x="13577" y="10175"/>
                    </a:cubicBezTo>
                    <a:cubicBezTo>
                      <a:pt x="13810" y="9741"/>
                      <a:pt x="14077" y="9341"/>
                      <a:pt x="14344" y="8907"/>
                    </a:cubicBezTo>
                    <a:cubicBezTo>
                      <a:pt x="14844" y="8140"/>
                      <a:pt x="14944" y="3670"/>
                      <a:pt x="13677" y="2369"/>
                    </a:cubicBezTo>
                    <a:lnTo>
                      <a:pt x="13677" y="2369"/>
                    </a:lnTo>
                    <a:cubicBezTo>
                      <a:pt x="13677" y="2369"/>
                      <a:pt x="13743" y="6372"/>
                      <a:pt x="13543" y="7106"/>
                    </a:cubicBezTo>
                    <a:cubicBezTo>
                      <a:pt x="13543" y="7106"/>
                      <a:pt x="12443" y="4137"/>
                      <a:pt x="12176" y="3770"/>
                    </a:cubicBezTo>
                    <a:cubicBezTo>
                      <a:pt x="11909" y="3403"/>
                      <a:pt x="10141" y="201"/>
                      <a:pt x="957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g3f0a1af8da8_0_860"/>
              <p:cNvSpPr/>
              <p:nvPr/>
            </p:nvSpPr>
            <p:spPr>
              <a:xfrm>
                <a:off x="3543525" y="2162825"/>
                <a:ext cx="90100" cy="148475"/>
              </a:xfrm>
              <a:custGeom>
                <a:rect b="b" l="l" r="r" t="t"/>
                <a:pathLst>
                  <a:path extrusionOk="0" h="5939" w="3604">
                    <a:moveTo>
                      <a:pt x="1435" y="0"/>
                    </a:moveTo>
                    <a:cubicBezTo>
                      <a:pt x="1002" y="234"/>
                      <a:pt x="635" y="568"/>
                      <a:pt x="368" y="1001"/>
                    </a:cubicBezTo>
                    <a:cubicBezTo>
                      <a:pt x="1" y="1602"/>
                      <a:pt x="1569" y="4637"/>
                      <a:pt x="2669" y="5938"/>
                    </a:cubicBezTo>
                    <a:lnTo>
                      <a:pt x="3603" y="4904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g3f0a1af8da8_0_860"/>
              <p:cNvSpPr/>
              <p:nvPr/>
            </p:nvSpPr>
            <p:spPr>
              <a:xfrm>
                <a:off x="3655275" y="2240375"/>
                <a:ext cx="112600" cy="218525"/>
              </a:xfrm>
              <a:custGeom>
                <a:rect b="b" l="l" r="r" t="t"/>
                <a:pathLst>
                  <a:path extrusionOk="0" h="8741" w="4504">
                    <a:moveTo>
                      <a:pt x="1669" y="1"/>
                    </a:moveTo>
                    <a:cubicBezTo>
                      <a:pt x="1430" y="426"/>
                      <a:pt x="1001" y="530"/>
                      <a:pt x="638" y="530"/>
                    </a:cubicBezTo>
                    <a:cubicBezTo>
                      <a:pt x="289" y="530"/>
                      <a:pt x="1" y="434"/>
                      <a:pt x="1" y="434"/>
                    </a:cubicBezTo>
                    <a:lnTo>
                      <a:pt x="1" y="434"/>
                    </a:lnTo>
                    <a:cubicBezTo>
                      <a:pt x="1468" y="2336"/>
                      <a:pt x="835" y="6539"/>
                      <a:pt x="835" y="6539"/>
                    </a:cubicBezTo>
                    <a:lnTo>
                      <a:pt x="2402" y="8740"/>
                    </a:lnTo>
                    <a:cubicBezTo>
                      <a:pt x="2970" y="8106"/>
                      <a:pt x="3703" y="7139"/>
                      <a:pt x="4504" y="6072"/>
                    </a:cubicBezTo>
                    <a:cubicBezTo>
                      <a:pt x="3803" y="3937"/>
                      <a:pt x="2836" y="1902"/>
                      <a:pt x="166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g3f0a1af8da8_0_860"/>
              <p:cNvSpPr/>
              <p:nvPr/>
            </p:nvSpPr>
            <p:spPr>
              <a:xfrm>
                <a:off x="3350840" y="3068607"/>
                <a:ext cx="126775" cy="348625"/>
              </a:xfrm>
              <a:custGeom>
                <a:rect b="b" l="l" r="r" t="t"/>
                <a:pathLst>
                  <a:path extrusionOk="0" h="13945" w="5071">
                    <a:moveTo>
                      <a:pt x="5071" y="1"/>
                    </a:moveTo>
                    <a:lnTo>
                      <a:pt x="5071" y="1"/>
                    </a:lnTo>
                    <a:cubicBezTo>
                      <a:pt x="5071" y="1"/>
                      <a:pt x="634" y="10675"/>
                      <a:pt x="434" y="11576"/>
                    </a:cubicBezTo>
                    <a:cubicBezTo>
                      <a:pt x="234" y="12476"/>
                      <a:pt x="1" y="12943"/>
                      <a:pt x="434" y="13911"/>
                    </a:cubicBezTo>
                    <a:cubicBezTo>
                      <a:pt x="434" y="13911"/>
                      <a:pt x="969" y="13944"/>
                      <a:pt x="1643" y="13944"/>
                    </a:cubicBezTo>
                    <a:cubicBezTo>
                      <a:pt x="2750" y="13944"/>
                      <a:pt x="4233" y="13854"/>
                      <a:pt x="4337" y="13377"/>
                    </a:cubicBezTo>
                    <a:cubicBezTo>
                      <a:pt x="4537" y="12676"/>
                      <a:pt x="4671" y="11943"/>
                      <a:pt x="4737" y="11209"/>
                    </a:cubicBezTo>
                    <a:cubicBezTo>
                      <a:pt x="5038" y="8840"/>
                      <a:pt x="5071" y="1"/>
                      <a:pt x="50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g3f0a1af8da8_0_860"/>
              <p:cNvSpPr/>
              <p:nvPr/>
            </p:nvSpPr>
            <p:spPr>
              <a:xfrm>
                <a:off x="3370865" y="3402182"/>
                <a:ext cx="92575" cy="46725"/>
              </a:xfrm>
              <a:custGeom>
                <a:rect b="b" l="l" r="r" t="t"/>
                <a:pathLst>
                  <a:path extrusionOk="0" h="1869" w="3703">
                    <a:moveTo>
                      <a:pt x="3669" y="1"/>
                    </a:moveTo>
                    <a:lnTo>
                      <a:pt x="3669" y="1"/>
                    </a:lnTo>
                    <a:cubicBezTo>
                      <a:pt x="3202" y="234"/>
                      <a:pt x="2735" y="434"/>
                      <a:pt x="2202" y="534"/>
                    </a:cubicBezTo>
                    <a:cubicBezTo>
                      <a:pt x="2068" y="568"/>
                      <a:pt x="1935" y="568"/>
                      <a:pt x="1801" y="568"/>
                    </a:cubicBezTo>
                    <a:cubicBezTo>
                      <a:pt x="1234" y="568"/>
                      <a:pt x="634" y="534"/>
                      <a:pt x="67" y="468"/>
                    </a:cubicBezTo>
                    <a:cubicBezTo>
                      <a:pt x="34" y="634"/>
                      <a:pt x="34" y="835"/>
                      <a:pt x="34" y="1001"/>
                    </a:cubicBezTo>
                    <a:cubicBezTo>
                      <a:pt x="0" y="1201"/>
                      <a:pt x="0" y="1435"/>
                      <a:pt x="34" y="1668"/>
                    </a:cubicBezTo>
                    <a:cubicBezTo>
                      <a:pt x="300" y="1802"/>
                      <a:pt x="634" y="1835"/>
                      <a:pt x="934" y="1835"/>
                    </a:cubicBezTo>
                    <a:lnTo>
                      <a:pt x="2502" y="1835"/>
                    </a:lnTo>
                    <a:lnTo>
                      <a:pt x="2669" y="1535"/>
                    </a:lnTo>
                    <a:cubicBezTo>
                      <a:pt x="2836" y="1668"/>
                      <a:pt x="3069" y="1802"/>
                      <a:pt x="3303" y="1869"/>
                    </a:cubicBezTo>
                    <a:cubicBezTo>
                      <a:pt x="3569" y="1268"/>
                      <a:pt x="3703" y="634"/>
                      <a:pt x="36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g3f0a1af8da8_0_860"/>
              <p:cNvSpPr/>
              <p:nvPr/>
            </p:nvSpPr>
            <p:spPr>
              <a:xfrm>
                <a:off x="3584400" y="2246050"/>
                <a:ext cx="272725" cy="375775"/>
              </a:xfrm>
              <a:custGeom>
                <a:rect b="b" l="l" r="r" t="t"/>
                <a:pathLst>
                  <a:path extrusionOk="0" h="15031" w="10909">
                    <a:moveTo>
                      <a:pt x="10757" y="1"/>
                    </a:moveTo>
                    <a:cubicBezTo>
                      <a:pt x="10615" y="1"/>
                      <a:pt x="10453" y="86"/>
                      <a:pt x="10308" y="207"/>
                    </a:cubicBezTo>
                    <a:cubicBezTo>
                      <a:pt x="9274" y="975"/>
                      <a:pt x="8273" y="1742"/>
                      <a:pt x="8039" y="3076"/>
                    </a:cubicBezTo>
                    <a:cubicBezTo>
                      <a:pt x="7973" y="3510"/>
                      <a:pt x="8073" y="3910"/>
                      <a:pt x="8006" y="4344"/>
                    </a:cubicBezTo>
                    <a:cubicBezTo>
                      <a:pt x="7839" y="5077"/>
                      <a:pt x="7506" y="5745"/>
                      <a:pt x="7005" y="6312"/>
                    </a:cubicBezTo>
                    <a:cubicBezTo>
                      <a:pt x="5704" y="8013"/>
                      <a:pt x="4370" y="9714"/>
                      <a:pt x="2636" y="10948"/>
                    </a:cubicBezTo>
                    <a:cubicBezTo>
                      <a:pt x="2369" y="10515"/>
                      <a:pt x="2202" y="10048"/>
                      <a:pt x="2102" y="9547"/>
                    </a:cubicBezTo>
                    <a:cubicBezTo>
                      <a:pt x="1868" y="10681"/>
                      <a:pt x="868" y="11415"/>
                      <a:pt x="201" y="12316"/>
                    </a:cubicBezTo>
                    <a:cubicBezTo>
                      <a:pt x="67" y="12449"/>
                      <a:pt x="0" y="12616"/>
                      <a:pt x="0" y="12783"/>
                    </a:cubicBezTo>
                    <a:cubicBezTo>
                      <a:pt x="34" y="12950"/>
                      <a:pt x="100" y="13083"/>
                      <a:pt x="234" y="13183"/>
                    </a:cubicBezTo>
                    <a:lnTo>
                      <a:pt x="1735" y="14784"/>
                    </a:lnTo>
                    <a:cubicBezTo>
                      <a:pt x="1802" y="14884"/>
                      <a:pt x="1935" y="14985"/>
                      <a:pt x="2069" y="15018"/>
                    </a:cubicBezTo>
                    <a:cubicBezTo>
                      <a:pt x="2110" y="15026"/>
                      <a:pt x="2152" y="15030"/>
                      <a:pt x="2193" y="15030"/>
                    </a:cubicBezTo>
                    <a:cubicBezTo>
                      <a:pt x="2317" y="15030"/>
                      <a:pt x="2435" y="14993"/>
                      <a:pt x="2536" y="14918"/>
                    </a:cubicBezTo>
                    <a:cubicBezTo>
                      <a:pt x="3169" y="14484"/>
                      <a:pt x="3703" y="13950"/>
                      <a:pt x="4137" y="13350"/>
                    </a:cubicBezTo>
                    <a:lnTo>
                      <a:pt x="8340" y="8080"/>
                    </a:lnTo>
                    <a:cubicBezTo>
                      <a:pt x="9140" y="7079"/>
                      <a:pt x="10408" y="5678"/>
                      <a:pt x="10208" y="4310"/>
                    </a:cubicBezTo>
                    <a:cubicBezTo>
                      <a:pt x="10141" y="3943"/>
                      <a:pt x="10008" y="3610"/>
                      <a:pt x="10008" y="3276"/>
                    </a:cubicBezTo>
                    <a:cubicBezTo>
                      <a:pt x="10008" y="2909"/>
                      <a:pt x="10074" y="2542"/>
                      <a:pt x="10208" y="2209"/>
                    </a:cubicBezTo>
                    <a:cubicBezTo>
                      <a:pt x="10441" y="1508"/>
                      <a:pt x="10675" y="774"/>
                      <a:pt x="10908" y="41"/>
                    </a:cubicBezTo>
                    <a:cubicBezTo>
                      <a:pt x="10862" y="13"/>
                      <a:pt x="10811" y="1"/>
                      <a:pt x="10757" y="1"/>
                    </a:cubicBezTo>
                    <a:close/>
                  </a:path>
                </a:pathLst>
              </a:custGeom>
              <a:solidFill>
                <a:srgbClr val="884B2F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g3f0a1af8da8_0_860"/>
              <p:cNvSpPr/>
              <p:nvPr/>
            </p:nvSpPr>
            <p:spPr>
              <a:xfrm>
                <a:off x="3461800" y="3441250"/>
                <a:ext cx="199350" cy="48375"/>
              </a:xfrm>
              <a:custGeom>
                <a:rect b="b" l="l" r="r" t="t"/>
                <a:pathLst>
                  <a:path extrusionOk="0" h="1935" w="7974">
                    <a:moveTo>
                      <a:pt x="5105" y="0"/>
                    </a:moveTo>
                    <a:cubicBezTo>
                      <a:pt x="3970" y="500"/>
                      <a:pt x="1535" y="467"/>
                      <a:pt x="201" y="500"/>
                    </a:cubicBezTo>
                    <a:cubicBezTo>
                      <a:pt x="201" y="500"/>
                      <a:pt x="1" y="1234"/>
                      <a:pt x="201" y="1401"/>
                    </a:cubicBezTo>
                    <a:cubicBezTo>
                      <a:pt x="343" y="1503"/>
                      <a:pt x="528" y="1539"/>
                      <a:pt x="730" y="1539"/>
                    </a:cubicBezTo>
                    <a:cubicBezTo>
                      <a:pt x="1190" y="1539"/>
                      <a:pt x="1734" y="1347"/>
                      <a:pt x="2036" y="1301"/>
                    </a:cubicBezTo>
                    <a:cubicBezTo>
                      <a:pt x="2136" y="1301"/>
                      <a:pt x="2236" y="1368"/>
                      <a:pt x="2303" y="1434"/>
                    </a:cubicBezTo>
                    <a:cubicBezTo>
                      <a:pt x="2836" y="1901"/>
                      <a:pt x="3637" y="1935"/>
                      <a:pt x="4337" y="1935"/>
                    </a:cubicBezTo>
                    <a:lnTo>
                      <a:pt x="6806" y="1935"/>
                    </a:lnTo>
                    <a:cubicBezTo>
                      <a:pt x="7073" y="1935"/>
                      <a:pt x="7306" y="1901"/>
                      <a:pt x="7540" y="1835"/>
                    </a:cubicBezTo>
                    <a:cubicBezTo>
                      <a:pt x="7940" y="1635"/>
                      <a:pt x="7973" y="834"/>
                      <a:pt x="7673" y="500"/>
                    </a:cubicBezTo>
                    <a:cubicBezTo>
                      <a:pt x="7373" y="167"/>
                      <a:pt x="5105" y="0"/>
                      <a:pt x="51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g3f0a1af8da8_0_860"/>
              <p:cNvSpPr/>
              <p:nvPr/>
            </p:nvSpPr>
            <p:spPr>
              <a:xfrm>
                <a:off x="3284175" y="2589750"/>
                <a:ext cx="348625" cy="866725"/>
              </a:xfrm>
              <a:custGeom>
                <a:rect b="b" l="l" r="r" t="t"/>
                <a:pathLst>
                  <a:path extrusionOk="0" h="34669" w="13945">
                    <a:moveTo>
                      <a:pt x="1347" y="0"/>
                    </a:moveTo>
                    <a:cubicBezTo>
                      <a:pt x="1331" y="0"/>
                      <a:pt x="1316" y="1"/>
                      <a:pt x="1302" y="2"/>
                    </a:cubicBezTo>
                    <a:cubicBezTo>
                      <a:pt x="1268" y="2"/>
                      <a:pt x="1235" y="2"/>
                      <a:pt x="1202" y="36"/>
                    </a:cubicBezTo>
                    <a:cubicBezTo>
                      <a:pt x="1035" y="202"/>
                      <a:pt x="935" y="369"/>
                      <a:pt x="901" y="603"/>
                    </a:cubicBezTo>
                    <a:cubicBezTo>
                      <a:pt x="101" y="2070"/>
                      <a:pt x="1" y="3838"/>
                      <a:pt x="601" y="5440"/>
                    </a:cubicBezTo>
                    <a:cubicBezTo>
                      <a:pt x="1769" y="8141"/>
                      <a:pt x="5371" y="12445"/>
                      <a:pt x="6439" y="14313"/>
                    </a:cubicBezTo>
                    <a:cubicBezTo>
                      <a:pt x="7339" y="15780"/>
                      <a:pt x="7740" y="17482"/>
                      <a:pt x="7606" y="19183"/>
                    </a:cubicBezTo>
                    <a:cubicBezTo>
                      <a:pt x="7540" y="20984"/>
                      <a:pt x="7540" y="29657"/>
                      <a:pt x="7139" y="31325"/>
                    </a:cubicBezTo>
                    <a:cubicBezTo>
                      <a:pt x="6972" y="31925"/>
                      <a:pt x="6239" y="34027"/>
                      <a:pt x="6906" y="34460"/>
                    </a:cubicBezTo>
                    <a:cubicBezTo>
                      <a:pt x="7128" y="34599"/>
                      <a:pt x="7397" y="34669"/>
                      <a:pt x="7673" y="34669"/>
                    </a:cubicBezTo>
                    <a:cubicBezTo>
                      <a:pt x="7729" y="34669"/>
                      <a:pt x="7784" y="34666"/>
                      <a:pt x="7840" y="34660"/>
                    </a:cubicBezTo>
                    <a:cubicBezTo>
                      <a:pt x="9374" y="34627"/>
                      <a:pt x="10909" y="34427"/>
                      <a:pt x="12410" y="34127"/>
                    </a:cubicBezTo>
                    <a:cubicBezTo>
                      <a:pt x="12777" y="34127"/>
                      <a:pt x="13043" y="33793"/>
                      <a:pt x="12943" y="33460"/>
                    </a:cubicBezTo>
                    <a:cubicBezTo>
                      <a:pt x="12943" y="30391"/>
                      <a:pt x="12777" y="27289"/>
                      <a:pt x="12977" y="24286"/>
                    </a:cubicBezTo>
                    <a:cubicBezTo>
                      <a:pt x="13144" y="22418"/>
                      <a:pt x="13277" y="20350"/>
                      <a:pt x="13844" y="18582"/>
                    </a:cubicBezTo>
                    <a:cubicBezTo>
                      <a:pt x="13944" y="18082"/>
                      <a:pt x="13911" y="17548"/>
                      <a:pt x="13777" y="17081"/>
                    </a:cubicBezTo>
                    <a:cubicBezTo>
                      <a:pt x="13711" y="16447"/>
                      <a:pt x="13510" y="15847"/>
                      <a:pt x="13444" y="15247"/>
                    </a:cubicBezTo>
                    <a:cubicBezTo>
                      <a:pt x="13377" y="14546"/>
                      <a:pt x="13244" y="13846"/>
                      <a:pt x="13110" y="13178"/>
                    </a:cubicBezTo>
                    <a:cubicBezTo>
                      <a:pt x="12810" y="11844"/>
                      <a:pt x="12343" y="10543"/>
                      <a:pt x="11909" y="9242"/>
                    </a:cubicBezTo>
                    <a:cubicBezTo>
                      <a:pt x="11342" y="7608"/>
                      <a:pt x="10608" y="6040"/>
                      <a:pt x="9741" y="4539"/>
                    </a:cubicBezTo>
                    <a:cubicBezTo>
                      <a:pt x="9574" y="4305"/>
                      <a:pt x="9374" y="4105"/>
                      <a:pt x="9174" y="3938"/>
                    </a:cubicBezTo>
                    <a:cubicBezTo>
                      <a:pt x="8974" y="3738"/>
                      <a:pt x="8740" y="3538"/>
                      <a:pt x="8474" y="3405"/>
                    </a:cubicBezTo>
                    <a:cubicBezTo>
                      <a:pt x="7506" y="2771"/>
                      <a:pt x="6472" y="2204"/>
                      <a:pt x="5438" y="1670"/>
                    </a:cubicBezTo>
                    <a:cubicBezTo>
                      <a:pt x="4537" y="1237"/>
                      <a:pt x="3637" y="836"/>
                      <a:pt x="2703" y="503"/>
                    </a:cubicBezTo>
                    <a:cubicBezTo>
                      <a:pt x="2382" y="375"/>
                      <a:pt x="1724" y="0"/>
                      <a:pt x="134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g3f0a1af8da8_0_860"/>
              <p:cNvSpPr/>
              <p:nvPr/>
            </p:nvSpPr>
            <p:spPr>
              <a:xfrm>
                <a:off x="3548550" y="2086100"/>
                <a:ext cx="205150" cy="168825"/>
              </a:xfrm>
              <a:custGeom>
                <a:rect b="b" l="l" r="r" t="t"/>
                <a:pathLst>
                  <a:path extrusionOk="0" h="6753" w="8206">
                    <a:moveTo>
                      <a:pt x="2001" y="1"/>
                    </a:moveTo>
                    <a:cubicBezTo>
                      <a:pt x="2001" y="1"/>
                      <a:pt x="0" y="1902"/>
                      <a:pt x="1568" y="3703"/>
                    </a:cubicBezTo>
                    <a:cubicBezTo>
                      <a:pt x="1601" y="4537"/>
                      <a:pt x="2068" y="5304"/>
                      <a:pt x="2769" y="5771"/>
                    </a:cubicBezTo>
                    <a:cubicBezTo>
                      <a:pt x="3635" y="6387"/>
                      <a:pt x="4361" y="6753"/>
                      <a:pt x="4957" y="6753"/>
                    </a:cubicBezTo>
                    <a:cubicBezTo>
                      <a:pt x="5234" y="6753"/>
                      <a:pt x="5482" y="6674"/>
                      <a:pt x="5704" y="6505"/>
                    </a:cubicBezTo>
                    <a:cubicBezTo>
                      <a:pt x="6371" y="5972"/>
                      <a:pt x="8206" y="1335"/>
                      <a:pt x="8206" y="1335"/>
                    </a:cubicBezTo>
                    <a:lnTo>
                      <a:pt x="2001" y="1"/>
                    </a:lnTo>
                    <a:close/>
                  </a:path>
                </a:pathLst>
              </a:custGeom>
              <a:solidFill>
                <a:srgbClr val="884B2F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g3f0a1af8da8_0_860"/>
              <p:cNvSpPr/>
              <p:nvPr/>
            </p:nvSpPr>
            <p:spPr>
              <a:xfrm>
                <a:off x="3576050" y="2005425"/>
                <a:ext cx="203500" cy="166600"/>
              </a:xfrm>
              <a:custGeom>
                <a:rect b="b" l="l" r="r" t="t"/>
                <a:pathLst>
                  <a:path extrusionOk="0" h="6664" w="8140">
                    <a:moveTo>
                      <a:pt x="3364" y="1"/>
                    </a:moveTo>
                    <a:cubicBezTo>
                      <a:pt x="2961" y="1"/>
                      <a:pt x="2566" y="60"/>
                      <a:pt x="2202" y="192"/>
                    </a:cubicBezTo>
                    <a:cubicBezTo>
                      <a:pt x="368" y="859"/>
                      <a:pt x="1" y="4162"/>
                      <a:pt x="1" y="4162"/>
                    </a:cubicBezTo>
                    <a:lnTo>
                      <a:pt x="1" y="4929"/>
                    </a:lnTo>
                    <a:cubicBezTo>
                      <a:pt x="1" y="4729"/>
                      <a:pt x="468" y="4462"/>
                      <a:pt x="635" y="4462"/>
                    </a:cubicBezTo>
                    <a:cubicBezTo>
                      <a:pt x="868" y="4495"/>
                      <a:pt x="1035" y="4629"/>
                      <a:pt x="1135" y="4829"/>
                    </a:cubicBezTo>
                    <a:cubicBezTo>
                      <a:pt x="1535" y="5329"/>
                      <a:pt x="1869" y="5863"/>
                      <a:pt x="1502" y="6463"/>
                    </a:cubicBezTo>
                    <a:lnTo>
                      <a:pt x="2036" y="6663"/>
                    </a:lnTo>
                    <a:cubicBezTo>
                      <a:pt x="2202" y="5963"/>
                      <a:pt x="2769" y="5429"/>
                      <a:pt x="3303" y="5029"/>
                    </a:cubicBezTo>
                    <a:cubicBezTo>
                      <a:pt x="3537" y="4829"/>
                      <a:pt x="3804" y="4662"/>
                      <a:pt x="4104" y="4562"/>
                    </a:cubicBezTo>
                    <a:cubicBezTo>
                      <a:pt x="4300" y="4497"/>
                      <a:pt x="4497" y="4472"/>
                      <a:pt x="4695" y="4472"/>
                    </a:cubicBezTo>
                    <a:cubicBezTo>
                      <a:pt x="5278" y="4472"/>
                      <a:pt x="5867" y="4685"/>
                      <a:pt x="6441" y="4685"/>
                    </a:cubicBezTo>
                    <a:cubicBezTo>
                      <a:pt x="6665" y="4685"/>
                      <a:pt x="6887" y="4652"/>
                      <a:pt x="7106" y="4562"/>
                    </a:cubicBezTo>
                    <a:cubicBezTo>
                      <a:pt x="8140" y="4162"/>
                      <a:pt x="7506" y="3128"/>
                      <a:pt x="7106" y="1927"/>
                    </a:cubicBezTo>
                    <a:cubicBezTo>
                      <a:pt x="6758" y="964"/>
                      <a:pt x="4995" y="1"/>
                      <a:pt x="33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g3f0a1af8da8_0_860"/>
              <p:cNvSpPr/>
              <p:nvPr/>
            </p:nvSpPr>
            <p:spPr>
              <a:xfrm>
                <a:off x="3775375" y="3357850"/>
                <a:ext cx="158900" cy="133675"/>
              </a:xfrm>
              <a:custGeom>
                <a:rect b="b" l="l" r="r" t="t"/>
                <a:pathLst>
                  <a:path extrusionOk="0" h="5347" w="6356">
                    <a:moveTo>
                      <a:pt x="901" y="0"/>
                    </a:moveTo>
                    <a:cubicBezTo>
                      <a:pt x="0" y="567"/>
                      <a:pt x="0" y="1868"/>
                      <a:pt x="901" y="2402"/>
                    </a:cubicBezTo>
                    <a:cubicBezTo>
                      <a:pt x="1501" y="2736"/>
                      <a:pt x="1835" y="3936"/>
                      <a:pt x="2735" y="4770"/>
                    </a:cubicBezTo>
                    <a:cubicBezTo>
                      <a:pt x="3166" y="5169"/>
                      <a:pt x="4017" y="5347"/>
                      <a:pt x="4784" y="5347"/>
                    </a:cubicBezTo>
                    <a:cubicBezTo>
                      <a:pt x="5620" y="5347"/>
                      <a:pt x="6355" y="5136"/>
                      <a:pt x="6338" y="4770"/>
                    </a:cubicBezTo>
                    <a:cubicBezTo>
                      <a:pt x="6305" y="4337"/>
                      <a:pt x="5871" y="4003"/>
                      <a:pt x="5504" y="3803"/>
                    </a:cubicBezTo>
                    <a:cubicBezTo>
                      <a:pt x="5271" y="3636"/>
                      <a:pt x="5037" y="3503"/>
                      <a:pt x="4770" y="3403"/>
                    </a:cubicBezTo>
                    <a:lnTo>
                      <a:pt x="4770" y="3403"/>
                    </a:lnTo>
                    <a:cubicBezTo>
                      <a:pt x="4837" y="3503"/>
                      <a:pt x="4937" y="3670"/>
                      <a:pt x="5004" y="3736"/>
                    </a:cubicBezTo>
                    <a:cubicBezTo>
                      <a:pt x="5070" y="3770"/>
                      <a:pt x="5104" y="3836"/>
                      <a:pt x="5104" y="3903"/>
                    </a:cubicBezTo>
                    <a:cubicBezTo>
                      <a:pt x="5171" y="4070"/>
                      <a:pt x="4904" y="4120"/>
                      <a:pt x="4599" y="4120"/>
                    </a:cubicBezTo>
                    <a:cubicBezTo>
                      <a:pt x="4295" y="4120"/>
                      <a:pt x="3953" y="4070"/>
                      <a:pt x="3870" y="4037"/>
                    </a:cubicBezTo>
                    <a:cubicBezTo>
                      <a:pt x="3336" y="3936"/>
                      <a:pt x="2869" y="3636"/>
                      <a:pt x="2569" y="3203"/>
                    </a:cubicBezTo>
                    <a:cubicBezTo>
                      <a:pt x="1768" y="1868"/>
                      <a:pt x="1234" y="1235"/>
                      <a:pt x="1134" y="701"/>
                    </a:cubicBezTo>
                    <a:cubicBezTo>
                      <a:pt x="1134" y="434"/>
                      <a:pt x="1068" y="301"/>
                      <a:pt x="1068" y="134"/>
                    </a:cubicBezTo>
                    <a:lnTo>
                      <a:pt x="90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2" name="Google Shape;72;g3f0a1af8da8_0_860"/>
            <p:cNvSpPr/>
            <p:nvPr/>
          </p:nvSpPr>
          <p:spPr>
            <a:xfrm>
              <a:off x="7077950" y="4404225"/>
              <a:ext cx="40400" cy="144750"/>
            </a:xfrm>
            <a:custGeom>
              <a:rect b="b" l="l" r="r" t="t"/>
              <a:pathLst>
                <a:path extrusionOk="0" h="5790" w="1616">
                  <a:moveTo>
                    <a:pt x="0" y="0"/>
                  </a:moveTo>
                  <a:lnTo>
                    <a:pt x="606" y="5386"/>
                  </a:lnTo>
                  <a:lnTo>
                    <a:pt x="1279" y="5790"/>
                  </a:lnTo>
                  <a:lnTo>
                    <a:pt x="1616" y="181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3f0a1af8da8_0_900"/>
          <p:cNvGrpSpPr/>
          <p:nvPr/>
        </p:nvGrpSpPr>
        <p:grpSpPr>
          <a:xfrm rot="3561666">
            <a:off x="5678226" y="-1797433"/>
            <a:ext cx="9671101" cy="9499912"/>
            <a:chOff x="858308" y="3710050"/>
            <a:chExt cx="4757835" cy="4673616"/>
          </a:xfrm>
        </p:grpSpPr>
        <p:sp>
          <p:nvSpPr>
            <p:cNvPr id="75" name="Google Shape;75;g3f0a1af8da8_0_900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f0a1af8da8_0_900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g3f0a1af8da8_0_900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g3f0a1af8da8_0_900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g3f0a1af8da8_0_900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g3f0a1af8da8_0_900"/>
          <p:cNvSpPr/>
          <p:nvPr/>
        </p:nvSpPr>
        <p:spPr>
          <a:xfrm rot="1531419">
            <a:off x="9942900" y="747895"/>
            <a:ext cx="968748" cy="1110619"/>
          </a:xfrm>
          <a:custGeom>
            <a:rect b="b" l="l" r="r" t="t"/>
            <a:pathLst>
              <a:path extrusionOk="0" h="19349" w="16879">
                <a:moveTo>
                  <a:pt x="10408" y="1"/>
                </a:moveTo>
                <a:cubicBezTo>
                  <a:pt x="9474" y="1936"/>
                  <a:pt x="8540" y="3870"/>
                  <a:pt x="7806" y="5905"/>
                </a:cubicBezTo>
                <a:cubicBezTo>
                  <a:pt x="6505" y="6072"/>
                  <a:pt x="5196" y="6155"/>
                  <a:pt x="3890" y="6155"/>
                </a:cubicBezTo>
                <a:cubicBezTo>
                  <a:pt x="2585" y="6155"/>
                  <a:pt x="1284" y="6072"/>
                  <a:pt x="0" y="5905"/>
                </a:cubicBezTo>
                <a:lnTo>
                  <a:pt x="0" y="5905"/>
                </a:lnTo>
                <a:cubicBezTo>
                  <a:pt x="2002" y="8140"/>
                  <a:pt x="4070" y="10308"/>
                  <a:pt x="6138" y="12477"/>
                </a:cubicBezTo>
                <a:cubicBezTo>
                  <a:pt x="5771" y="14678"/>
                  <a:pt x="5337" y="16880"/>
                  <a:pt x="3903" y="18614"/>
                </a:cubicBezTo>
                <a:cubicBezTo>
                  <a:pt x="5537" y="17480"/>
                  <a:pt x="7038" y="16179"/>
                  <a:pt x="8306" y="14678"/>
                </a:cubicBezTo>
                <a:cubicBezTo>
                  <a:pt x="9874" y="16246"/>
                  <a:pt x="11475" y="17814"/>
                  <a:pt x="13109" y="19348"/>
                </a:cubicBezTo>
                <a:cubicBezTo>
                  <a:pt x="12776" y="16213"/>
                  <a:pt x="12376" y="13044"/>
                  <a:pt x="11942" y="9908"/>
                </a:cubicBezTo>
                <a:cubicBezTo>
                  <a:pt x="13543" y="7606"/>
                  <a:pt x="15111" y="5305"/>
                  <a:pt x="16879" y="3203"/>
                </a:cubicBezTo>
                <a:lnTo>
                  <a:pt x="16879" y="3203"/>
                </a:lnTo>
                <a:cubicBezTo>
                  <a:pt x="15078" y="4071"/>
                  <a:pt x="13210" y="4738"/>
                  <a:pt x="11275" y="5238"/>
                </a:cubicBezTo>
                <a:cubicBezTo>
                  <a:pt x="10975" y="3470"/>
                  <a:pt x="10708" y="1736"/>
                  <a:pt x="1040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f0a1af8da8_0_900"/>
          <p:cNvSpPr/>
          <p:nvPr/>
        </p:nvSpPr>
        <p:spPr>
          <a:xfrm>
            <a:off x="9445633" y="5973867"/>
            <a:ext cx="551520" cy="575986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0a1af8da8_0_900"/>
          <p:cNvSpPr/>
          <p:nvPr/>
        </p:nvSpPr>
        <p:spPr>
          <a:xfrm>
            <a:off x="612100" y="4370867"/>
            <a:ext cx="685057" cy="733647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f0a1af8da8_0_900"/>
          <p:cNvSpPr txBox="1"/>
          <p:nvPr>
            <p:ph idx="1" type="body"/>
          </p:nvPr>
        </p:nvSpPr>
        <p:spPr>
          <a:xfrm>
            <a:off x="954633" y="1681867"/>
            <a:ext cx="10282800" cy="4459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Oldenburg"/>
              <a:buAutoNum type="arabicPeriod"/>
              <a:defRPr sz="1500">
                <a:latin typeface="Oldenburg"/>
                <a:ea typeface="Oldenburg"/>
                <a:cs typeface="Oldenburg"/>
                <a:sym typeface="Oldenburg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oboto Condensed Light"/>
              <a:buAutoNum type="alphaLcPeriod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oboto Condensed Light"/>
              <a:buAutoNum type="romanLcPeriod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oboto Condensed Light"/>
              <a:buAutoNum type="arabicPeriod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oboto Condensed Light"/>
              <a:buAutoNum type="alphaLcPeriod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oboto Condensed Light"/>
              <a:buAutoNum type="romanLcPeriod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oboto Condensed Light"/>
              <a:buAutoNum type="arabicPeriod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oboto Condensed Light"/>
              <a:buAutoNum type="alphaLcPeriod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84" name="Google Shape;84;g3f0a1af8da8_0_900"/>
          <p:cNvSpPr txBox="1"/>
          <p:nvPr>
            <p:ph type="title"/>
          </p:nvPr>
        </p:nvSpPr>
        <p:spPr>
          <a:xfrm>
            <a:off x="954633" y="593367"/>
            <a:ext cx="10282800" cy="765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g3f0a1af8da8_0_912"/>
          <p:cNvGrpSpPr/>
          <p:nvPr/>
        </p:nvGrpSpPr>
        <p:grpSpPr>
          <a:xfrm rot="3561666">
            <a:off x="1918926" y="715967"/>
            <a:ext cx="9671101" cy="9499912"/>
            <a:chOff x="858308" y="3710050"/>
            <a:chExt cx="4757835" cy="4673616"/>
          </a:xfrm>
        </p:grpSpPr>
        <p:sp>
          <p:nvSpPr>
            <p:cNvPr id="87" name="Google Shape;87;g3f0a1af8da8_0_912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g3f0a1af8da8_0_912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g3f0a1af8da8_0_912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g3f0a1af8da8_0_912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g3f0a1af8da8_0_912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g3f0a1af8da8_0_912"/>
          <p:cNvSpPr/>
          <p:nvPr/>
        </p:nvSpPr>
        <p:spPr>
          <a:xfrm rot="1531419">
            <a:off x="1354433" y="5213328"/>
            <a:ext cx="968748" cy="1110619"/>
          </a:xfrm>
          <a:custGeom>
            <a:rect b="b" l="l" r="r" t="t"/>
            <a:pathLst>
              <a:path extrusionOk="0" h="19349" w="16879">
                <a:moveTo>
                  <a:pt x="10408" y="1"/>
                </a:moveTo>
                <a:cubicBezTo>
                  <a:pt x="9474" y="1936"/>
                  <a:pt x="8540" y="3870"/>
                  <a:pt x="7806" y="5905"/>
                </a:cubicBezTo>
                <a:cubicBezTo>
                  <a:pt x="6505" y="6072"/>
                  <a:pt x="5196" y="6155"/>
                  <a:pt x="3890" y="6155"/>
                </a:cubicBezTo>
                <a:cubicBezTo>
                  <a:pt x="2585" y="6155"/>
                  <a:pt x="1284" y="6072"/>
                  <a:pt x="0" y="5905"/>
                </a:cubicBezTo>
                <a:lnTo>
                  <a:pt x="0" y="5905"/>
                </a:lnTo>
                <a:cubicBezTo>
                  <a:pt x="2002" y="8140"/>
                  <a:pt x="4070" y="10308"/>
                  <a:pt x="6138" y="12477"/>
                </a:cubicBezTo>
                <a:cubicBezTo>
                  <a:pt x="5771" y="14678"/>
                  <a:pt x="5337" y="16880"/>
                  <a:pt x="3903" y="18614"/>
                </a:cubicBezTo>
                <a:cubicBezTo>
                  <a:pt x="5537" y="17480"/>
                  <a:pt x="7038" y="16179"/>
                  <a:pt x="8306" y="14678"/>
                </a:cubicBezTo>
                <a:cubicBezTo>
                  <a:pt x="9874" y="16246"/>
                  <a:pt x="11475" y="17814"/>
                  <a:pt x="13109" y="19348"/>
                </a:cubicBezTo>
                <a:cubicBezTo>
                  <a:pt x="12776" y="16213"/>
                  <a:pt x="12376" y="13044"/>
                  <a:pt x="11942" y="9908"/>
                </a:cubicBezTo>
                <a:cubicBezTo>
                  <a:pt x="13543" y="7606"/>
                  <a:pt x="15111" y="5305"/>
                  <a:pt x="16879" y="3203"/>
                </a:cubicBezTo>
                <a:lnTo>
                  <a:pt x="16879" y="3203"/>
                </a:lnTo>
                <a:cubicBezTo>
                  <a:pt x="15078" y="4071"/>
                  <a:pt x="13210" y="4738"/>
                  <a:pt x="11275" y="5238"/>
                </a:cubicBezTo>
                <a:cubicBezTo>
                  <a:pt x="10975" y="3470"/>
                  <a:pt x="10708" y="1736"/>
                  <a:pt x="10408" y="1"/>
                </a:cubicBez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f0a1af8da8_0_912"/>
          <p:cNvSpPr/>
          <p:nvPr/>
        </p:nvSpPr>
        <p:spPr>
          <a:xfrm>
            <a:off x="11237367" y="5808000"/>
            <a:ext cx="551520" cy="575986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f0a1af8da8_0_912"/>
          <p:cNvSpPr/>
          <p:nvPr/>
        </p:nvSpPr>
        <p:spPr>
          <a:xfrm>
            <a:off x="8465367" y="1624533"/>
            <a:ext cx="685057" cy="733647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f0a1af8da8_0_912"/>
          <p:cNvSpPr txBox="1"/>
          <p:nvPr>
            <p:ph type="title"/>
          </p:nvPr>
        </p:nvSpPr>
        <p:spPr>
          <a:xfrm>
            <a:off x="954633" y="593367"/>
            <a:ext cx="10282800" cy="765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6" name="Google Shape;96;g3f0a1af8da8_0_912"/>
          <p:cNvSpPr txBox="1"/>
          <p:nvPr>
            <p:ph idx="1" type="body"/>
          </p:nvPr>
        </p:nvSpPr>
        <p:spPr>
          <a:xfrm>
            <a:off x="3997786" y="2917733"/>
            <a:ext cx="4827300" cy="1070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20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7" name="Google Shape;97;g3f0a1af8da8_0_912"/>
          <p:cNvSpPr txBox="1"/>
          <p:nvPr>
            <p:ph idx="2" type="body"/>
          </p:nvPr>
        </p:nvSpPr>
        <p:spPr>
          <a:xfrm>
            <a:off x="3777219" y="4930433"/>
            <a:ext cx="4794000" cy="1070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20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8" name="Google Shape;98;g3f0a1af8da8_0_912"/>
          <p:cNvSpPr txBox="1"/>
          <p:nvPr>
            <p:ph idx="3" type="title"/>
          </p:nvPr>
        </p:nvSpPr>
        <p:spPr>
          <a:xfrm>
            <a:off x="3997786" y="2413733"/>
            <a:ext cx="3080400" cy="504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99" name="Google Shape;99;g3f0a1af8da8_0_912"/>
          <p:cNvSpPr txBox="1"/>
          <p:nvPr>
            <p:ph idx="4" type="title"/>
          </p:nvPr>
        </p:nvSpPr>
        <p:spPr>
          <a:xfrm>
            <a:off x="5490819" y="4426433"/>
            <a:ext cx="3080400" cy="504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700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g3f0a1af8da8_0_927"/>
          <p:cNvGrpSpPr/>
          <p:nvPr/>
        </p:nvGrpSpPr>
        <p:grpSpPr>
          <a:xfrm rot="3561666">
            <a:off x="5678226" y="-1797433"/>
            <a:ext cx="9671101" cy="9499912"/>
            <a:chOff x="858308" y="3710050"/>
            <a:chExt cx="4757835" cy="4673616"/>
          </a:xfrm>
        </p:grpSpPr>
        <p:sp>
          <p:nvSpPr>
            <p:cNvPr id="102" name="Google Shape;102;g3f0a1af8da8_0_927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g3f0a1af8da8_0_927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g3f0a1af8da8_0_927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g3f0a1af8da8_0_927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g3f0a1af8da8_0_927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g3f0a1af8da8_0_927"/>
          <p:cNvSpPr/>
          <p:nvPr/>
        </p:nvSpPr>
        <p:spPr>
          <a:xfrm>
            <a:off x="2970233" y="5654614"/>
            <a:ext cx="845335" cy="882792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f0a1af8da8_0_927"/>
          <p:cNvSpPr/>
          <p:nvPr/>
        </p:nvSpPr>
        <p:spPr>
          <a:xfrm>
            <a:off x="8892600" y="682020"/>
            <a:ext cx="939661" cy="1006310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0a1af8da8_0_927"/>
          <p:cNvSpPr/>
          <p:nvPr/>
        </p:nvSpPr>
        <p:spPr>
          <a:xfrm rot="2854347">
            <a:off x="2867498" y="1883740"/>
            <a:ext cx="437282" cy="456680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f0a1af8da8_0_927"/>
          <p:cNvSpPr txBox="1"/>
          <p:nvPr>
            <p:ph type="title"/>
          </p:nvPr>
        </p:nvSpPr>
        <p:spPr>
          <a:xfrm>
            <a:off x="954633" y="593367"/>
            <a:ext cx="10282800" cy="765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dk2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g3f0a1af8da8_0_938"/>
          <p:cNvGrpSpPr/>
          <p:nvPr/>
        </p:nvGrpSpPr>
        <p:grpSpPr>
          <a:xfrm rot="3561666">
            <a:off x="-2225607" y="679200"/>
            <a:ext cx="9671101" cy="9499912"/>
            <a:chOff x="858308" y="3710050"/>
            <a:chExt cx="4757835" cy="4673616"/>
          </a:xfrm>
        </p:grpSpPr>
        <p:sp>
          <p:nvSpPr>
            <p:cNvPr id="113" name="Google Shape;113;g3f0a1af8da8_0_938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g3f0a1af8da8_0_938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g3f0a1af8da8_0_938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g3f0a1af8da8_0_938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g3f0a1af8da8_0_938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" name="Google Shape;118;g3f0a1af8da8_0_938"/>
          <p:cNvSpPr/>
          <p:nvPr/>
        </p:nvSpPr>
        <p:spPr>
          <a:xfrm>
            <a:off x="4385000" y="5986467"/>
            <a:ext cx="551520" cy="575986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0a1af8da8_0_938"/>
          <p:cNvSpPr/>
          <p:nvPr/>
        </p:nvSpPr>
        <p:spPr>
          <a:xfrm>
            <a:off x="954633" y="2884533"/>
            <a:ext cx="794027" cy="850386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f0a1af8da8_0_938"/>
          <p:cNvSpPr/>
          <p:nvPr/>
        </p:nvSpPr>
        <p:spPr>
          <a:xfrm rot="2854347">
            <a:off x="3039732" y="533207"/>
            <a:ext cx="437282" cy="456680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f0a1af8da8_0_938"/>
          <p:cNvSpPr txBox="1"/>
          <p:nvPr>
            <p:ph type="title"/>
          </p:nvPr>
        </p:nvSpPr>
        <p:spPr>
          <a:xfrm>
            <a:off x="4609133" y="1709600"/>
            <a:ext cx="5914800" cy="943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200"/>
              <a:buNone/>
              <a:defRPr sz="5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2" name="Google Shape;122;g3f0a1af8da8_0_938"/>
          <p:cNvSpPr txBox="1"/>
          <p:nvPr>
            <p:ph idx="1" type="body"/>
          </p:nvPr>
        </p:nvSpPr>
        <p:spPr>
          <a:xfrm>
            <a:off x="954633" y="4407700"/>
            <a:ext cx="6189600" cy="113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000">
                <a:solidFill>
                  <a:schemeClr val="accent1"/>
                </a:solidFill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g3f0a1af8da8_0_950"/>
          <p:cNvGrpSpPr/>
          <p:nvPr/>
        </p:nvGrpSpPr>
        <p:grpSpPr>
          <a:xfrm rot="3561666">
            <a:off x="6519393" y="-1780233"/>
            <a:ext cx="9671101" cy="9499912"/>
            <a:chOff x="858308" y="3710050"/>
            <a:chExt cx="4757835" cy="4673616"/>
          </a:xfrm>
        </p:grpSpPr>
        <p:sp>
          <p:nvSpPr>
            <p:cNvPr id="125" name="Google Shape;125;g3f0a1af8da8_0_950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g3f0a1af8da8_0_950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g3f0a1af8da8_0_950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g3f0a1af8da8_0_950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g3f0a1af8da8_0_950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g3f0a1af8da8_0_950"/>
          <p:cNvSpPr/>
          <p:nvPr/>
        </p:nvSpPr>
        <p:spPr>
          <a:xfrm rot="-1546250">
            <a:off x="166072" y="921188"/>
            <a:ext cx="5484684" cy="5452137"/>
          </a:xfrm>
          <a:custGeom>
            <a:rect b="b" l="l" r="r" t="t"/>
            <a:pathLst>
              <a:path extrusionOk="0" h="49737" w="50036">
                <a:moveTo>
                  <a:pt x="21482" y="1"/>
                </a:moveTo>
                <a:lnTo>
                  <a:pt x="20648" y="13444"/>
                </a:lnTo>
                <a:lnTo>
                  <a:pt x="11041" y="4004"/>
                </a:lnTo>
                <a:lnTo>
                  <a:pt x="16145" y="16479"/>
                </a:lnTo>
                <a:lnTo>
                  <a:pt x="3369" y="12110"/>
                </a:lnTo>
                <a:lnTo>
                  <a:pt x="13376" y="21183"/>
                </a:lnTo>
                <a:lnTo>
                  <a:pt x="0" y="22784"/>
                </a:lnTo>
                <a:lnTo>
                  <a:pt x="12943" y="26587"/>
                </a:lnTo>
                <a:lnTo>
                  <a:pt x="1568" y="33859"/>
                </a:lnTo>
                <a:lnTo>
                  <a:pt x="1568" y="33859"/>
                </a:lnTo>
                <a:lnTo>
                  <a:pt x="14877" y="31657"/>
                </a:lnTo>
                <a:lnTo>
                  <a:pt x="7772" y="43132"/>
                </a:lnTo>
                <a:lnTo>
                  <a:pt x="7772" y="43132"/>
                </a:lnTo>
                <a:lnTo>
                  <a:pt x="18813" y="35393"/>
                </a:lnTo>
                <a:lnTo>
                  <a:pt x="17412" y="48803"/>
                </a:lnTo>
                <a:lnTo>
                  <a:pt x="17412" y="48803"/>
                </a:lnTo>
                <a:lnTo>
                  <a:pt x="24017" y="37061"/>
                </a:lnTo>
                <a:lnTo>
                  <a:pt x="28554" y="49737"/>
                </a:lnTo>
                <a:lnTo>
                  <a:pt x="29388" y="36294"/>
                </a:lnTo>
                <a:lnTo>
                  <a:pt x="38995" y="45734"/>
                </a:lnTo>
                <a:lnTo>
                  <a:pt x="38995" y="45734"/>
                </a:lnTo>
                <a:lnTo>
                  <a:pt x="33891" y="33258"/>
                </a:lnTo>
                <a:lnTo>
                  <a:pt x="46667" y="37595"/>
                </a:lnTo>
                <a:lnTo>
                  <a:pt x="36660" y="28555"/>
                </a:lnTo>
                <a:lnTo>
                  <a:pt x="50036" y="26954"/>
                </a:lnTo>
                <a:lnTo>
                  <a:pt x="37127" y="23151"/>
                </a:lnTo>
                <a:lnTo>
                  <a:pt x="48468" y="15879"/>
                </a:lnTo>
                <a:lnTo>
                  <a:pt x="35192" y="18081"/>
                </a:lnTo>
                <a:lnTo>
                  <a:pt x="42264" y="6606"/>
                </a:lnTo>
                <a:lnTo>
                  <a:pt x="31222" y="14345"/>
                </a:lnTo>
                <a:lnTo>
                  <a:pt x="32623" y="935"/>
                </a:lnTo>
                <a:lnTo>
                  <a:pt x="26052" y="12677"/>
                </a:lnTo>
                <a:lnTo>
                  <a:pt x="214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f0a1af8da8_0_950"/>
          <p:cNvSpPr/>
          <p:nvPr/>
        </p:nvSpPr>
        <p:spPr>
          <a:xfrm rot="1531419">
            <a:off x="9244400" y="5328028"/>
            <a:ext cx="968748" cy="1110619"/>
          </a:xfrm>
          <a:custGeom>
            <a:rect b="b" l="l" r="r" t="t"/>
            <a:pathLst>
              <a:path extrusionOk="0" h="19349" w="16879">
                <a:moveTo>
                  <a:pt x="10408" y="1"/>
                </a:moveTo>
                <a:cubicBezTo>
                  <a:pt x="9474" y="1936"/>
                  <a:pt x="8540" y="3870"/>
                  <a:pt x="7806" y="5905"/>
                </a:cubicBezTo>
                <a:cubicBezTo>
                  <a:pt x="6505" y="6072"/>
                  <a:pt x="5196" y="6155"/>
                  <a:pt x="3890" y="6155"/>
                </a:cubicBezTo>
                <a:cubicBezTo>
                  <a:pt x="2585" y="6155"/>
                  <a:pt x="1284" y="6072"/>
                  <a:pt x="0" y="5905"/>
                </a:cubicBezTo>
                <a:lnTo>
                  <a:pt x="0" y="5905"/>
                </a:lnTo>
                <a:cubicBezTo>
                  <a:pt x="2002" y="8140"/>
                  <a:pt x="4070" y="10308"/>
                  <a:pt x="6138" y="12477"/>
                </a:cubicBezTo>
                <a:cubicBezTo>
                  <a:pt x="5771" y="14678"/>
                  <a:pt x="5337" y="16880"/>
                  <a:pt x="3903" y="18614"/>
                </a:cubicBezTo>
                <a:cubicBezTo>
                  <a:pt x="5537" y="17480"/>
                  <a:pt x="7038" y="16179"/>
                  <a:pt x="8306" y="14678"/>
                </a:cubicBezTo>
                <a:cubicBezTo>
                  <a:pt x="9874" y="16246"/>
                  <a:pt x="11475" y="17814"/>
                  <a:pt x="13109" y="19348"/>
                </a:cubicBezTo>
                <a:cubicBezTo>
                  <a:pt x="12776" y="16213"/>
                  <a:pt x="12376" y="13044"/>
                  <a:pt x="11942" y="9908"/>
                </a:cubicBezTo>
                <a:cubicBezTo>
                  <a:pt x="13543" y="7606"/>
                  <a:pt x="15111" y="5305"/>
                  <a:pt x="16879" y="3203"/>
                </a:cubicBezTo>
                <a:lnTo>
                  <a:pt x="16879" y="3203"/>
                </a:lnTo>
                <a:cubicBezTo>
                  <a:pt x="15078" y="4071"/>
                  <a:pt x="13210" y="4738"/>
                  <a:pt x="11275" y="5238"/>
                </a:cubicBezTo>
                <a:cubicBezTo>
                  <a:pt x="10975" y="3470"/>
                  <a:pt x="10708" y="1736"/>
                  <a:pt x="1040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f0a1af8da8_0_950"/>
          <p:cNvSpPr/>
          <p:nvPr/>
        </p:nvSpPr>
        <p:spPr>
          <a:xfrm>
            <a:off x="7144667" y="716667"/>
            <a:ext cx="551520" cy="575986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f0a1af8da8_0_950"/>
          <p:cNvSpPr/>
          <p:nvPr/>
        </p:nvSpPr>
        <p:spPr>
          <a:xfrm>
            <a:off x="4803467" y="5449167"/>
            <a:ext cx="685057" cy="733647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f0a1af8da8_0_950"/>
          <p:cNvSpPr txBox="1"/>
          <p:nvPr>
            <p:ph type="title"/>
          </p:nvPr>
        </p:nvSpPr>
        <p:spPr>
          <a:xfrm>
            <a:off x="4957367" y="1883833"/>
            <a:ext cx="6279900" cy="2171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89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35" name="Google Shape;135;g3f0a1af8da8_0_950"/>
          <p:cNvSpPr txBox="1"/>
          <p:nvPr>
            <p:ph idx="1" type="subTitle"/>
          </p:nvPr>
        </p:nvSpPr>
        <p:spPr>
          <a:xfrm>
            <a:off x="4965900" y="4331100"/>
            <a:ext cx="6279900" cy="842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grpSp>
        <p:nvGrpSpPr>
          <p:cNvPr id="136" name="Google Shape;136;g3f0a1af8da8_0_950"/>
          <p:cNvGrpSpPr/>
          <p:nvPr/>
        </p:nvGrpSpPr>
        <p:grpSpPr>
          <a:xfrm>
            <a:off x="1155745" y="716631"/>
            <a:ext cx="3647903" cy="6789198"/>
            <a:chOff x="866775" y="663825"/>
            <a:chExt cx="2629119" cy="4965768"/>
          </a:xfrm>
        </p:grpSpPr>
        <p:sp>
          <p:nvSpPr>
            <p:cNvPr id="137" name="Google Shape;137;g3f0a1af8da8_0_950"/>
            <p:cNvSpPr/>
            <p:nvPr/>
          </p:nvSpPr>
          <p:spPr>
            <a:xfrm>
              <a:off x="978625" y="3555600"/>
              <a:ext cx="1432330" cy="1997501"/>
            </a:xfrm>
            <a:custGeom>
              <a:rect b="b" l="l" r="r" t="t"/>
              <a:pathLst>
                <a:path extrusionOk="0" h="40323" w="38354">
                  <a:moveTo>
                    <a:pt x="10961" y="0"/>
                  </a:moveTo>
                  <a:lnTo>
                    <a:pt x="1493" y="6167"/>
                  </a:lnTo>
                  <a:lnTo>
                    <a:pt x="1" y="31232"/>
                  </a:lnTo>
                  <a:lnTo>
                    <a:pt x="38354" y="40323"/>
                  </a:lnTo>
                  <a:lnTo>
                    <a:pt x="33997" y="4576"/>
                  </a:lnTo>
                  <a:lnTo>
                    <a:pt x="109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g3f0a1af8da8_0_950"/>
            <p:cNvSpPr/>
            <p:nvPr/>
          </p:nvSpPr>
          <p:spPr>
            <a:xfrm>
              <a:off x="1547514" y="4233165"/>
              <a:ext cx="234191" cy="1197371"/>
            </a:xfrm>
            <a:custGeom>
              <a:rect b="b" l="l" r="r" t="t"/>
              <a:pathLst>
                <a:path extrusionOk="0" h="24171" w="6248">
                  <a:moveTo>
                    <a:pt x="5432" y="1"/>
                  </a:moveTo>
                  <a:lnTo>
                    <a:pt x="1" y="22679"/>
                  </a:lnTo>
                  <a:lnTo>
                    <a:pt x="6247" y="24171"/>
                  </a:lnTo>
                  <a:lnTo>
                    <a:pt x="6247" y="24171"/>
                  </a:lnTo>
                  <a:lnTo>
                    <a:pt x="543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g3f0a1af8da8_0_950"/>
            <p:cNvSpPr/>
            <p:nvPr/>
          </p:nvSpPr>
          <p:spPr>
            <a:xfrm>
              <a:off x="2121649" y="3824249"/>
              <a:ext cx="296037" cy="1805345"/>
            </a:xfrm>
            <a:custGeom>
              <a:rect b="b" l="l" r="r" t="t"/>
              <a:pathLst>
                <a:path extrusionOk="0" h="36444" w="7898">
                  <a:moveTo>
                    <a:pt x="0" y="0"/>
                  </a:moveTo>
                  <a:lnTo>
                    <a:pt x="2547" y="15338"/>
                  </a:lnTo>
                  <a:lnTo>
                    <a:pt x="3919" y="15915"/>
                  </a:lnTo>
                  <a:lnTo>
                    <a:pt x="2586" y="16472"/>
                  </a:lnTo>
                  <a:lnTo>
                    <a:pt x="2586" y="35171"/>
                  </a:lnTo>
                  <a:lnTo>
                    <a:pt x="7898" y="36444"/>
                  </a:lnTo>
                  <a:lnTo>
                    <a:pt x="3541" y="6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g3f0a1af8da8_0_950"/>
            <p:cNvSpPr/>
            <p:nvPr/>
          </p:nvSpPr>
          <p:spPr>
            <a:xfrm>
              <a:off x="2410929" y="3053488"/>
              <a:ext cx="381047" cy="410134"/>
            </a:xfrm>
            <a:custGeom>
              <a:rect b="b" l="l" r="r" t="t"/>
              <a:pathLst>
                <a:path extrusionOk="0" h="10942" w="10166">
                  <a:moveTo>
                    <a:pt x="10166" y="1"/>
                  </a:moveTo>
                  <a:lnTo>
                    <a:pt x="10166" y="1"/>
                  </a:lnTo>
                  <a:cubicBezTo>
                    <a:pt x="10165" y="1"/>
                    <a:pt x="1333" y="5789"/>
                    <a:pt x="657" y="6645"/>
                  </a:cubicBezTo>
                  <a:cubicBezTo>
                    <a:pt x="1" y="7500"/>
                    <a:pt x="2686" y="10922"/>
                    <a:pt x="3522" y="10942"/>
                  </a:cubicBezTo>
                  <a:cubicBezTo>
                    <a:pt x="4357" y="10942"/>
                    <a:pt x="9251" y="5471"/>
                    <a:pt x="9251" y="5471"/>
                  </a:cubicBezTo>
                  <a:lnTo>
                    <a:pt x="101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g3f0a1af8da8_0_950"/>
            <p:cNvSpPr/>
            <p:nvPr/>
          </p:nvSpPr>
          <p:spPr>
            <a:xfrm>
              <a:off x="2648785" y="3177252"/>
              <a:ext cx="123055" cy="197645"/>
            </a:xfrm>
            <a:custGeom>
              <a:rect b="b" l="l" r="r" t="t"/>
              <a:pathLst>
                <a:path extrusionOk="0" h="5273" w="3283">
                  <a:moveTo>
                    <a:pt x="3263" y="1"/>
                  </a:moveTo>
                  <a:lnTo>
                    <a:pt x="0" y="5272"/>
                  </a:lnTo>
                  <a:cubicBezTo>
                    <a:pt x="1453" y="3780"/>
                    <a:pt x="2925" y="2169"/>
                    <a:pt x="2925" y="2169"/>
                  </a:cubicBezTo>
                  <a:lnTo>
                    <a:pt x="32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g3f0a1af8da8_0_950"/>
            <p:cNvSpPr/>
            <p:nvPr/>
          </p:nvSpPr>
          <p:spPr>
            <a:xfrm>
              <a:off x="2735255" y="3034110"/>
              <a:ext cx="173769" cy="89508"/>
            </a:xfrm>
            <a:custGeom>
              <a:rect b="b" l="l" r="r" t="t"/>
              <a:pathLst>
                <a:path extrusionOk="0" h="2388" w="4636">
                  <a:moveTo>
                    <a:pt x="777" y="0"/>
                  </a:moveTo>
                  <a:lnTo>
                    <a:pt x="1" y="1532"/>
                  </a:lnTo>
                  <a:lnTo>
                    <a:pt x="1970" y="2387"/>
                  </a:lnTo>
                  <a:lnTo>
                    <a:pt x="4636" y="1890"/>
                  </a:lnTo>
                  <a:lnTo>
                    <a:pt x="3621" y="299"/>
                  </a:lnTo>
                  <a:lnTo>
                    <a:pt x="777" y="0"/>
                  </a:lnTo>
                  <a:close/>
                </a:path>
              </a:pathLst>
            </a:custGeom>
            <a:solidFill>
              <a:srgbClr val="F1AA7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g3f0a1af8da8_0_950"/>
            <p:cNvSpPr/>
            <p:nvPr/>
          </p:nvSpPr>
          <p:spPr>
            <a:xfrm>
              <a:off x="2735255" y="3036359"/>
              <a:ext cx="173769" cy="87259"/>
            </a:xfrm>
            <a:custGeom>
              <a:rect b="b" l="l" r="r" t="t"/>
              <a:pathLst>
                <a:path extrusionOk="0" h="2328" w="4636">
                  <a:moveTo>
                    <a:pt x="757" y="0"/>
                  </a:moveTo>
                  <a:lnTo>
                    <a:pt x="1" y="1472"/>
                  </a:lnTo>
                  <a:lnTo>
                    <a:pt x="1970" y="2327"/>
                  </a:lnTo>
                  <a:lnTo>
                    <a:pt x="4636" y="1830"/>
                  </a:lnTo>
                  <a:lnTo>
                    <a:pt x="4636" y="1810"/>
                  </a:lnTo>
                  <a:lnTo>
                    <a:pt x="2448" y="438"/>
                  </a:lnTo>
                  <a:lnTo>
                    <a:pt x="757" y="0"/>
                  </a:lnTo>
                  <a:close/>
                </a:path>
              </a:pathLst>
            </a:custGeom>
            <a:solidFill>
              <a:srgbClr val="DC865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g3f0a1af8da8_0_950"/>
            <p:cNvSpPr/>
            <p:nvPr/>
          </p:nvSpPr>
          <p:spPr>
            <a:xfrm>
              <a:off x="2800135" y="2918518"/>
              <a:ext cx="156639" cy="85797"/>
            </a:xfrm>
            <a:custGeom>
              <a:rect b="b" l="l" r="r" t="t"/>
              <a:pathLst>
                <a:path extrusionOk="0" h="2289" w="4179">
                  <a:moveTo>
                    <a:pt x="1652" y="1"/>
                  </a:moveTo>
                  <a:lnTo>
                    <a:pt x="1" y="2289"/>
                  </a:lnTo>
                  <a:lnTo>
                    <a:pt x="1" y="2289"/>
                  </a:lnTo>
                  <a:lnTo>
                    <a:pt x="4178" y="2130"/>
                  </a:lnTo>
                  <a:lnTo>
                    <a:pt x="1652" y="1"/>
                  </a:lnTo>
                  <a:close/>
                </a:path>
              </a:pathLst>
            </a:custGeom>
            <a:solidFill>
              <a:srgbClr val="F1AA7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g3f0a1af8da8_0_950"/>
            <p:cNvSpPr/>
            <p:nvPr/>
          </p:nvSpPr>
          <p:spPr>
            <a:xfrm>
              <a:off x="2800135" y="2938683"/>
              <a:ext cx="112635" cy="65632"/>
            </a:xfrm>
            <a:custGeom>
              <a:rect b="b" l="l" r="r" t="t"/>
              <a:pathLst>
                <a:path extrusionOk="0" h="1751" w="3005">
                  <a:moveTo>
                    <a:pt x="1254" y="0"/>
                  </a:moveTo>
                  <a:lnTo>
                    <a:pt x="1" y="1751"/>
                  </a:lnTo>
                  <a:lnTo>
                    <a:pt x="3004" y="1631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DC865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g3f0a1af8da8_0_950"/>
            <p:cNvSpPr/>
            <p:nvPr/>
          </p:nvSpPr>
          <p:spPr>
            <a:xfrm>
              <a:off x="2306544" y="1805358"/>
              <a:ext cx="346001" cy="1424935"/>
            </a:xfrm>
            <a:custGeom>
              <a:rect b="b" l="l" r="r" t="t"/>
              <a:pathLst>
                <a:path extrusionOk="0" h="38016" w="9231">
                  <a:moveTo>
                    <a:pt x="6963" y="0"/>
                  </a:moveTo>
                  <a:lnTo>
                    <a:pt x="1" y="19813"/>
                  </a:lnTo>
                  <a:lnTo>
                    <a:pt x="1990" y="38015"/>
                  </a:lnTo>
                  <a:lnTo>
                    <a:pt x="7082" y="34176"/>
                  </a:lnTo>
                  <a:lnTo>
                    <a:pt x="9231" y="7122"/>
                  </a:lnTo>
                  <a:lnTo>
                    <a:pt x="69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g3f0a1af8da8_0_950"/>
            <p:cNvSpPr/>
            <p:nvPr/>
          </p:nvSpPr>
          <p:spPr>
            <a:xfrm>
              <a:off x="2306544" y="1805358"/>
              <a:ext cx="330371" cy="1424935"/>
            </a:xfrm>
            <a:custGeom>
              <a:rect b="b" l="l" r="r" t="t"/>
              <a:pathLst>
                <a:path extrusionOk="0" h="38016" w="8814">
                  <a:moveTo>
                    <a:pt x="6963" y="0"/>
                  </a:moveTo>
                  <a:lnTo>
                    <a:pt x="2646" y="12274"/>
                  </a:lnTo>
                  <a:lnTo>
                    <a:pt x="1" y="19813"/>
                  </a:lnTo>
                  <a:lnTo>
                    <a:pt x="1990" y="38015"/>
                  </a:lnTo>
                  <a:lnTo>
                    <a:pt x="3740" y="36702"/>
                  </a:lnTo>
                  <a:lnTo>
                    <a:pt x="4874" y="19972"/>
                  </a:lnTo>
                  <a:lnTo>
                    <a:pt x="8813" y="7659"/>
                  </a:lnTo>
                  <a:lnTo>
                    <a:pt x="69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g3f0a1af8da8_0_950"/>
            <p:cNvSpPr/>
            <p:nvPr/>
          </p:nvSpPr>
          <p:spPr>
            <a:xfrm>
              <a:off x="2069437" y="1484742"/>
              <a:ext cx="421341" cy="1331716"/>
            </a:xfrm>
            <a:custGeom>
              <a:rect b="b" l="l" r="r" t="t"/>
              <a:pathLst>
                <a:path extrusionOk="0" h="35529" w="11241">
                  <a:moveTo>
                    <a:pt x="2050" y="0"/>
                  </a:moveTo>
                  <a:lnTo>
                    <a:pt x="1" y="35529"/>
                  </a:lnTo>
                  <a:lnTo>
                    <a:pt x="7918" y="23016"/>
                  </a:lnTo>
                  <a:lnTo>
                    <a:pt x="11240" y="7639"/>
                  </a:lnTo>
                  <a:lnTo>
                    <a:pt x="2050" y="0"/>
                  </a:lnTo>
                  <a:close/>
                </a:path>
              </a:pathLst>
            </a:custGeom>
            <a:solidFill>
              <a:srgbClr val="F1AA7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g3f0a1af8da8_0_950"/>
            <p:cNvSpPr/>
            <p:nvPr/>
          </p:nvSpPr>
          <p:spPr>
            <a:xfrm>
              <a:off x="2317001" y="1770313"/>
              <a:ext cx="111136" cy="545071"/>
            </a:xfrm>
            <a:custGeom>
              <a:rect b="b" l="l" r="r" t="t"/>
              <a:pathLst>
                <a:path extrusionOk="0" h="14542" w="2965">
                  <a:moveTo>
                    <a:pt x="2964" y="0"/>
                  </a:moveTo>
                  <a:lnTo>
                    <a:pt x="1353" y="1273"/>
                  </a:lnTo>
                  <a:lnTo>
                    <a:pt x="0" y="14542"/>
                  </a:lnTo>
                  <a:lnTo>
                    <a:pt x="2964" y="0"/>
                  </a:lnTo>
                  <a:close/>
                  <a:moveTo>
                    <a:pt x="0" y="14542"/>
                  </a:moveTo>
                  <a:lnTo>
                    <a:pt x="0" y="14542"/>
                  </a:lnTo>
                  <a:lnTo>
                    <a:pt x="0" y="14542"/>
                  </a:lnTo>
                  <a:close/>
                </a:path>
              </a:pathLst>
            </a:custGeom>
            <a:solidFill>
              <a:srgbClr val="DC865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g3f0a1af8da8_0_950"/>
            <p:cNvSpPr/>
            <p:nvPr/>
          </p:nvSpPr>
          <p:spPr>
            <a:xfrm>
              <a:off x="2212616" y="1260304"/>
              <a:ext cx="295287" cy="557777"/>
            </a:xfrm>
            <a:custGeom>
              <a:rect b="b" l="l" r="r" t="t"/>
              <a:pathLst>
                <a:path extrusionOk="0" h="14881" w="7878">
                  <a:moveTo>
                    <a:pt x="7540" y="1"/>
                  </a:moveTo>
                  <a:lnTo>
                    <a:pt x="1512" y="876"/>
                  </a:lnTo>
                  <a:cubicBezTo>
                    <a:pt x="1512" y="876"/>
                    <a:pt x="1472" y="2288"/>
                    <a:pt x="1393" y="2447"/>
                  </a:cubicBezTo>
                  <a:cubicBezTo>
                    <a:pt x="1313" y="2626"/>
                    <a:pt x="0" y="4934"/>
                    <a:pt x="0" y="4934"/>
                  </a:cubicBezTo>
                  <a:lnTo>
                    <a:pt x="4138" y="14880"/>
                  </a:lnTo>
                  <a:lnTo>
                    <a:pt x="5590" y="13687"/>
                  </a:lnTo>
                  <a:cubicBezTo>
                    <a:pt x="5590" y="13687"/>
                    <a:pt x="6366" y="13309"/>
                    <a:pt x="6803" y="13110"/>
                  </a:cubicBezTo>
                  <a:cubicBezTo>
                    <a:pt x="7221" y="12931"/>
                    <a:pt x="7878" y="11419"/>
                    <a:pt x="7878" y="11419"/>
                  </a:cubicBezTo>
                  <a:lnTo>
                    <a:pt x="7540" y="1"/>
                  </a:lnTo>
                  <a:close/>
                </a:path>
              </a:pathLst>
            </a:custGeom>
            <a:solidFill>
              <a:srgbClr val="F1AA7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g3f0a1af8da8_0_950"/>
            <p:cNvSpPr/>
            <p:nvPr/>
          </p:nvSpPr>
          <p:spPr>
            <a:xfrm>
              <a:off x="2366926" y="1348273"/>
              <a:ext cx="140972" cy="469806"/>
            </a:xfrm>
            <a:custGeom>
              <a:rect b="b" l="l" r="r" t="t"/>
              <a:pathLst>
                <a:path extrusionOk="0" h="12534" w="3761">
                  <a:moveTo>
                    <a:pt x="160" y="1"/>
                  </a:moveTo>
                  <a:lnTo>
                    <a:pt x="1" y="12533"/>
                  </a:lnTo>
                  <a:lnTo>
                    <a:pt x="2885" y="10823"/>
                  </a:lnTo>
                  <a:cubicBezTo>
                    <a:pt x="3283" y="10325"/>
                    <a:pt x="3761" y="9072"/>
                    <a:pt x="3761" y="9072"/>
                  </a:cubicBezTo>
                  <a:lnTo>
                    <a:pt x="3681" y="6506"/>
                  </a:lnTo>
                  <a:lnTo>
                    <a:pt x="1294" y="777"/>
                  </a:lnTo>
                  <a:lnTo>
                    <a:pt x="160" y="1"/>
                  </a:lnTo>
                  <a:close/>
                </a:path>
              </a:pathLst>
            </a:custGeom>
            <a:solidFill>
              <a:srgbClr val="DC865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g3f0a1af8da8_0_950"/>
            <p:cNvSpPr/>
            <p:nvPr/>
          </p:nvSpPr>
          <p:spPr>
            <a:xfrm>
              <a:off x="978619" y="1474285"/>
              <a:ext cx="1588996" cy="2429316"/>
            </a:xfrm>
            <a:custGeom>
              <a:rect b="b" l="l" r="r" t="t"/>
              <a:pathLst>
                <a:path extrusionOk="0" h="64812" w="42393">
                  <a:moveTo>
                    <a:pt x="27791" y="1"/>
                  </a:moveTo>
                  <a:lnTo>
                    <a:pt x="13965" y="2408"/>
                  </a:lnTo>
                  <a:lnTo>
                    <a:pt x="10723" y="40582"/>
                  </a:lnTo>
                  <a:lnTo>
                    <a:pt x="1" y="64811"/>
                  </a:lnTo>
                  <a:lnTo>
                    <a:pt x="7739" y="63996"/>
                  </a:lnTo>
                  <a:lnTo>
                    <a:pt x="8992" y="59938"/>
                  </a:lnTo>
                  <a:lnTo>
                    <a:pt x="9211" y="63677"/>
                  </a:lnTo>
                  <a:lnTo>
                    <a:pt x="34475" y="62146"/>
                  </a:lnTo>
                  <a:lnTo>
                    <a:pt x="34455" y="41199"/>
                  </a:lnTo>
                  <a:lnTo>
                    <a:pt x="40661" y="23613"/>
                  </a:lnTo>
                  <a:lnTo>
                    <a:pt x="42392" y="8833"/>
                  </a:lnTo>
                  <a:lnTo>
                    <a:pt x="41716" y="8296"/>
                  </a:lnTo>
                  <a:lnTo>
                    <a:pt x="35131" y="23812"/>
                  </a:lnTo>
                  <a:lnTo>
                    <a:pt x="29104" y="35808"/>
                  </a:lnTo>
                  <a:lnTo>
                    <a:pt x="32645" y="24250"/>
                  </a:lnTo>
                  <a:lnTo>
                    <a:pt x="36026" y="8356"/>
                  </a:lnTo>
                  <a:lnTo>
                    <a:pt x="32943" y="4457"/>
                  </a:lnTo>
                  <a:lnTo>
                    <a:pt x="32326" y="816"/>
                  </a:lnTo>
                  <a:lnTo>
                    <a:pt x="31769" y="359"/>
                  </a:lnTo>
                  <a:lnTo>
                    <a:pt x="277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g3f0a1af8da8_0_950"/>
            <p:cNvSpPr/>
            <p:nvPr/>
          </p:nvSpPr>
          <p:spPr>
            <a:xfrm>
              <a:off x="2078395" y="1766565"/>
              <a:ext cx="250571" cy="354959"/>
            </a:xfrm>
            <a:custGeom>
              <a:rect b="b" l="l" r="r" t="t"/>
              <a:pathLst>
                <a:path extrusionOk="0" h="9470" w="6685">
                  <a:moveTo>
                    <a:pt x="6247" y="1"/>
                  </a:moveTo>
                  <a:lnTo>
                    <a:pt x="478" y="3363"/>
                  </a:lnTo>
                  <a:lnTo>
                    <a:pt x="1" y="4855"/>
                  </a:lnTo>
                  <a:lnTo>
                    <a:pt x="4775" y="9470"/>
                  </a:lnTo>
                  <a:lnTo>
                    <a:pt x="6684" y="558"/>
                  </a:lnTo>
                  <a:lnTo>
                    <a:pt x="62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g3f0a1af8da8_0_950"/>
            <p:cNvSpPr/>
            <p:nvPr/>
          </p:nvSpPr>
          <p:spPr>
            <a:xfrm>
              <a:off x="1217225" y="3222004"/>
              <a:ext cx="857525" cy="630830"/>
            </a:xfrm>
            <a:custGeom>
              <a:rect b="b" l="l" r="r" t="t"/>
              <a:pathLst>
                <a:path extrusionOk="0" h="16830" w="22878">
                  <a:moveTo>
                    <a:pt x="1691" y="0"/>
                  </a:moveTo>
                  <a:lnTo>
                    <a:pt x="0" y="3820"/>
                  </a:lnTo>
                  <a:cubicBezTo>
                    <a:pt x="1453" y="6804"/>
                    <a:pt x="4715" y="13428"/>
                    <a:pt x="6406" y="16830"/>
                  </a:cubicBezTo>
                  <a:lnTo>
                    <a:pt x="16571" y="16213"/>
                  </a:lnTo>
                  <a:lnTo>
                    <a:pt x="22877" y="14343"/>
                  </a:lnTo>
                  <a:lnTo>
                    <a:pt x="18421" y="10424"/>
                  </a:lnTo>
                  <a:lnTo>
                    <a:pt x="12055" y="10305"/>
                  </a:lnTo>
                  <a:lnTo>
                    <a:pt x="1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g3f0a1af8da8_0_950"/>
            <p:cNvSpPr/>
            <p:nvPr/>
          </p:nvSpPr>
          <p:spPr>
            <a:xfrm>
              <a:off x="1349946" y="2974440"/>
              <a:ext cx="484686" cy="91008"/>
            </a:xfrm>
            <a:custGeom>
              <a:rect b="b" l="l" r="r" t="t"/>
              <a:pathLst>
                <a:path extrusionOk="0" h="2428" w="12931">
                  <a:moveTo>
                    <a:pt x="876" y="1"/>
                  </a:moveTo>
                  <a:lnTo>
                    <a:pt x="816" y="558"/>
                  </a:lnTo>
                  <a:lnTo>
                    <a:pt x="0" y="2428"/>
                  </a:lnTo>
                  <a:lnTo>
                    <a:pt x="12931" y="41"/>
                  </a:lnTo>
                  <a:lnTo>
                    <a:pt x="8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g3f0a1af8da8_0_950"/>
            <p:cNvSpPr/>
            <p:nvPr/>
          </p:nvSpPr>
          <p:spPr>
            <a:xfrm>
              <a:off x="1815202" y="1785231"/>
              <a:ext cx="752386" cy="2046020"/>
            </a:xfrm>
            <a:custGeom>
              <a:rect b="b" l="l" r="r" t="t"/>
              <a:pathLst>
                <a:path extrusionOk="0" h="54586" w="20073">
                  <a:moveTo>
                    <a:pt x="19396" y="0"/>
                  </a:moveTo>
                  <a:lnTo>
                    <a:pt x="12811" y="15516"/>
                  </a:lnTo>
                  <a:lnTo>
                    <a:pt x="10265" y="24329"/>
                  </a:lnTo>
                  <a:lnTo>
                    <a:pt x="7957" y="32664"/>
                  </a:lnTo>
                  <a:lnTo>
                    <a:pt x="4277" y="35887"/>
                  </a:lnTo>
                  <a:lnTo>
                    <a:pt x="7639" y="36523"/>
                  </a:lnTo>
                  <a:lnTo>
                    <a:pt x="0" y="54586"/>
                  </a:lnTo>
                  <a:lnTo>
                    <a:pt x="12155" y="53850"/>
                  </a:lnTo>
                  <a:lnTo>
                    <a:pt x="12135" y="32903"/>
                  </a:lnTo>
                  <a:lnTo>
                    <a:pt x="18341" y="15317"/>
                  </a:lnTo>
                  <a:lnTo>
                    <a:pt x="20072" y="537"/>
                  </a:lnTo>
                  <a:lnTo>
                    <a:pt x="193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g3f0a1af8da8_0_950"/>
            <p:cNvSpPr/>
            <p:nvPr/>
          </p:nvSpPr>
          <p:spPr>
            <a:xfrm>
              <a:off x="2485479" y="1785231"/>
              <a:ext cx="87297" cy="162562"/>
            </a:xfrm>
            <a:custGeom>
              <a:rect b="b" l="l" r="r" t="t"/>
              <a:pathLst>
                <a:path extrusionOk="0" h="4337" w="2329">
                  <a:moveTo>
                    <a:pt x="1513" y="0"/>
                  </a:moveTo>
                  <a:lnTo>
                    <a:pt x="1" y="2367"/>
                  </a:lnTo>
                  <a:lnTo>
                    <a:pt x="2328" y="4337"/>
                  </a:lnTo>
                  <a:lnTo>
                    <a:pt x="15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g3f0a1af8da8_0_950"/>
            <p:cNvSpPr/>
            <p:nvPr/>
          </p:nvSpPr>
          <p:spPr>
            <a:xfrm>
              <a:off x="2317001" y="1700972"/>
              <a:ext cx="224445" cy="615163"/>
            </a:xfrm>
            <a:custGeom>
              <a:rect b="b" l="l" r="r" t="t"/>
              <a:pathLst>
                <a:path extrusionOk="0" h="16412" w="5988">
                  <a:moveTo>
                    <a:pt x="4934" y="0"/>
                  </a:moveTo>
                  <a:cubicBezTo>
                    <a:pt x="4715" y="438"/>
                    <a:pt x="4317" y="1234"/>
                    <a:pt x="4018" y="1373"/>
                  </a:cubicBezTo>
                  <a:cubicBezTo>
                    <a:pt x="3700" y="1492"/>
                    <a:pt x="3203" y="1731"/>
                    <a:pt x="2964" y="1870"/>
                  </a:cubicBezTo>
                  <a:lnTo>
                    <a:pt x="0" y="16412"/>
                  </a:lnTo>
                  <a:lnTo>
                    <a:pt x="4257" y="6386"/>
                  </a:lnTo>
                  <a:lnTo>
                    <a:pt x="5988" y="2248"/>
                  </a:lnTo>
                  <a:lnTo>
                    <a:pt x="49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g3f0a1af8da8_0_950"/>
            <p:cNvSpPr/>
            <p:nvPr/>
          </p:nvSpPr>
          <p:spPr>
            <a:xfrm>
              <a:off x="1380494" y="2140854"/>
              <a:ext cx="290115" cy="854526"/>
            </a:xfrm>
            <a:custGeom>
              <a:rect b="b" l="l" r="r" t="t"/>
              <a:pathLst>
                <a:path extrusionOk="0" h="22798" w="7740">
                  <a:moveTo>
                    <a:pt x="7739" y="1"/>
                  </a:moveTo>
                  <a:lnTo>
                    <a:pt x="1553" y="4437"/>
                  </a:lnTo>
                  <a:lnTo>
                    <a:pt x="1" y="22798"/>
                  </a:lnTo>
                  <a:lnTo>
                    <a:pt x="3800" y="16731"/>
                  </a:lnTo>
                  <a:lnTo>
                    <a:pt x="77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g3f0a1af8da8_0_950"/>
            <p:cNvSpPr/>
            <p:nvPr/>
          </p:nvSpPr>
          <p:spPr>
            <a:xfrm>
              <a:off x="1756281" y="3571706"/>
              <a:ext cx="161849" cy="90258"/>
            </a:xfrm>
            <a:custGeom>
              <a:rect b="b" l="l" r="r" t="t"/>
              <a:pathLst>
                <a:path extrusionOk="0" h="2408" w="4318">
                  <a:moveTo>
                    <a:pt x="1" y="0"/>
                  </a:moveTo>
                  <a:lnTo>
                    <a:pt x="2766" y="2407"/>
                  </a:lnTo>
                  <a:lnTo>
                    <a:pt x="4318" y="6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78533B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g3f0a1af8da8_0_950"/>
            <p:cNvSpPr/>
            <p:nvPr/>
          </p:nvSpPr>
          <p:spPr>
            <a:xfrm>
              <a:off x="2245412" y="663825"/>
              <a:ext cx="758346" cy="345251"/>
            </a:xfrm>
            <a:custGeom>
              <a:rect b="b" l="l" r="r" t="t"/>
              <a:pathLst>
                <a:path extrusionOk="0" h="9211" w="20232">
                  <a:moveTo>
                    <a:pt x="16551" y="0"/>
                  </a:moveTo>
                  <a:cubicBezTo>
                    <a:pt x="16551" y="0"/>
                    <a:pt x="12354" y="856"/>
                    <a:pt x="9589" y="1274"/>
                  </a:cubicBezTo>
                  <a:cubicBezTo>
                    <a:pt x="6804" y="1671"/>
                    <a:pt x="1473" y="3740"/>
                    <a:pt x="1473" y="3879"/>
                  </a:cubicBezTo>
                  <a:cubicBezTo>
                    <a:pt x="1473" y="3999"/>
                    <a:pt x="0" y="9211"/>
                    <a:pt x="0" y="9211"/>
                  </a:cubicBezTo>
                  <a:lnTo>
                    <a:pt x="20231" y="7858"/>
                  </a:lnTo>
                  <a:cubicBezTo>
                    <a:pt x="19635" y="4436"/>
                    <a:pt x="16551" y="0"/>
                    <a:pt x="165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g3f0a1af8da8_0_950"/>
            <p:cNvSpPr/>
            <p:nvPr/>
          </p:nvSpPr>
          <p:spPr>
            <a:xfrm>
              <a:off x="2245412" y="870422"/>
              <a:ext cx="758346" cy="138648"/>
            </a:xfrm>
            <a:custGeom>
              <a:rect b="b" l="l" r="r" t="t"/>
              <a:pathLst>
                <a:path extrusionOk="0" h="3699" w="20232">
                  <a:moveTo>
                    <a:pt x="15438" y="0"/>
                  </a:moveTo>
                  <a:cubicBezTo>
                    <a:pt x="14682" y="0"/>
                    <a:pt x="13942" y="11"/>
                    <a:pt x="13269" y="38"/>
                  </a:cubicBezTo>
                  <a:cubicBezTo>
                    <a:pt x="10842" y="118"/>
                    <a:pt x="4397" y="814"/>
                    <a:pt x="697" y="1232"/>
                  </a:cubicBezTo>
                  <a:cubicBezTo>
                    <a:pt x="339" y="2505"/>
                    <a:pt x="0" y="3699"/>
                    <a:pt x="0" y="3699"/>
                  </a:cubicBezTo>
                  <a:lnTo>
                    <a:pt x="20231" y="2346"/>
                  </a:lnTo>
                  <a:cubicBezTo>
                    <a:pt x="20072" y="1570"/>
                    <a:pt x="19853" y="814"/>
                    <a:pt x="19575" y="78"/>
                  </a:cubicBezTo>
                  <a:cubicBezTo>
                    <a:pt x="18364" y="39"/>
                    <a:pt x="16871" y="0"/>
                    <a:pt x="154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g3f0a1af8da8_0_950"/>
            <p:cNvSpPr/>
            <p:nvPr/>
          </p:nvSpPr>
          <p:spPr>
            <a:xfrm>
              <a:off x="2236454" y="1054531"/>
              <a:ext cx="279657" cy="259491"/>
            </a:xfrm>
            <a:custGeom>
              <a:rect b="b" l="l" r="r" t="t"/>
              <a:pathLst>
                <a:path extrusionOk="0" h="6923" w="7461">
                  <a:moveTo>
                    <a:pt x="7461" y="0"/>
                  </a:moveTo>
                  <a:lnTo>
                    <a:pt x="140" y="1850"/>
                  </a:lnTo>
                  <a:cubicBezTo>
                    <a:pt x="140" y="1850"/>
                    <a:pt x="1" y="4297"/>
                    <a:pt x="60" y="4735"/>
                  </a:cubicBezTo>
                  <a:cubicBezTo>
                    <a:pt x="120" y="5152"/>
                    <a:pt x="856" y="6923"/>
                    <a:pt x="856" y="6923"/>
                  </a:cubicBezTo>
                  <a:cubicBezTo>
                    <a:pt x="1493" y="6843"/>
                    <a:pt x="2129" y="6704"/>
                    <a:pt x="2746" y="6505"/>
                  </a:cubicBezTo>
                  <a:cubicBezTo>
                    <a:pt x="3363" y="6266"/>
                    <a:pt x="6545" y="6246"/>
                    <a:pt x="6545" y="6246"/>
                  </a:cubicBezTo>
                  <a:lnTo>
                    <a:pt x="74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g3f0a1af8da8_0_950"/>
            <p:cNvSpPr/>
            <p:nvPr/>
          </p:nvSpPr>
          <p:spPr>
            <a:xfrm>
              <a:off x="2415389" y="1030543"/>
              <a:ext cx="597696" cy="682406"/>
            </a:xfrm>
            <a:custGeom>
              <a:rect b="b" l="l" r="r" t="t"/>
              <a:pathLst>
                <a:path extrusionOk="0" h="18206" w="15946">
                  <a:moveTo>
                    <a:pt x="12553" y="0"/>
                  </a:moveTo>
                  <a:cubicBezTo>
                    <a:pt x="8471" y="0"/>
                    <a:pt x="1921" y="955"/>
                    <a:pt x="1453" y="1317"/>
                  </a:cubicBezTo>
                  <a:lnTo>
                    <a:pt x="1" y="8180"/>
                  </a:lnTo>
                  <a:cubicBezTo>
                    <a:pt x="1" y="8180"/>
                    <a:pt x="180" y="14585"/>
                    <a:pt x="260" y="15042"/>
                  </a:cubicBezTo>
                  <a:cubicBezTo>
                    <a:pt x="339" y="15500"/>
                    <a:pt x="2706" y="17967"/>
                    <a:pt x="2706" y="17967"/>
                  </a:cubicBezTo>
                  <a:lnTo>
                    <a:pt x="7103" y="18205"/>
                  </a:lnTo>
                  <a:lnTo>
                    <a:pt x="9032" y="15182"/>
                  </a:lnTo>
                  <a:lnTo>
                    <a:pt x="11638" y="12934"/>
                  </a:lnTo>
                  <a:cubicBezTo>
                    <a:pt x="12175" y="13212"/>
                    <a:pt x="12752" y="13431"/>
                    <a:pt x="13349" y="13590"/>
                  </a:cubicBezTo>
                  <a:cubicBezTo>
                    <a:pt x="13349" y="13590"/>
                    <a:pt x="13906" y="10945"/>
                    <a:pt x="13508" y="8856"/>
                  </a:cubicBezTo>
                  <a:cubicBezTo>
                    <a:pt x="13508" y="8856"/>
                    <a:pt x="14841" y="7364"/>
                    <a:pt x="14881" y="7046"/>
                  </a:cubicBezTo>
                  <a:cubicBezTo>
                    <a:pt x="14940" y="6727"/>
                    <a:pt x="15259" y="2769"/>
                    <a:pt x="15776" y="859"/>
                  </a:cubicBezTo>
                  <a:cubicBezTo>
                    <a:pt x="15945" y="227"/>
                    <a:pt x="14542" y="0"/>
                    <a:pt x="12553" y="0"/>
                  </a:cubicBezTo>
                  <a:close/>
                </a:path>
              </a:pathLst>
            </a:custGeom>
            <a:solidFill>
              <a:srgbClr val="F1AA7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g3f0a1af8da8_0_950"/>
            <p:cNvSpPr/>
            <p:nvPr/>
          </p:nvSpPr>
          <p:spPr>
            <a:xfrm>
              <a:off x="2365464" y="1164576"/>
              <a:ext cx="120056" cy="172569"/>
            </a:xfrm>
            <a:custGeom>
              <a:rect b="b" l="l" r="r" t="t"/>
              <a:pathLst>
                <a:path extrusionOk="0" h="4604" w="3203">
                  <a:moveTo>
                    <a:pt x="962" y="0"/>
                  </a:moveTo>
                  <a:cubicBezTo>
                    <a:pt x="690" y="0"/>
                    <a:pt x="416" y="107"/>
                    <a:pt x="159" y="386"/>
                  </a:cubicBezTo>
                  <a:cubicBezTo>
                    <a:pt x="0" y="545"/>
                    <a:pt x="100" y="2714"/>
                    <a:pt x="199" y="2972"/>
                  </a:cubicBezTo>
                  <a:cubicBezTo>
                    <a:pt x="557" y="3529"/>
                    <a:pt x="935" y="4086"/>
                    <a:pt x="1333" y="4604"/>
                  </a:cubicBezTo>
                  <a:cubicBezTo>
                    <a:pt x="1333" y="4604"/>
                    <a:pt x="3203" y="1421"/>
                    <a:pt x="2706" y="1003"/>
                  </a:cubicBezTo>
                  <a:cubicBezTo>
                    <a:pt x="2348" y="702"/>
                    <a:pt x="1661" y="0"/>
                    <a:pt x="962" y="0"/>
                  </a:cubicBezTo>
                  <a:close/>
                </a:path>
              </a:pathLst>
            </a:custGeom>
            <a:solidFill>
              <a:srgbClr val="F1AA7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g3f0a1af8da8_0_950"/>
            <p:cNvSpPr/>
            <p:nvPr/>
          </p:nvSpPr>
          <p:spPr>
            <a:xfrm>
              <a:off x="2439265" y="1027694"/>
              <a:ext cx="199857" cy="340753"/>
            </a:xfrm>
            <a:custGeom>
              <a:rect b="b" l="l" r="r" t="t"/>
              <a:pathLst>
                <a:path extrusionOk="0" h="9091" w="5332">
                  <a:moveTo>
                    <a:pt x="5332" y="0"/>
                  </a:moveTo>
                  <a:lnTo>
                    <a:pt x="20" y="796"/>
                  </a:lnTo>
                  <a:cubicBezTo>
                    <a:pt x="1" y="1054"/>
                    <a:pt x="219" y="5868"/>
                    <a:pt x="219" y="6246"/>
                  </a:cubicBezTo>
                  <a:cubicBezTo>
                    <a:pt x="239" y="6644"/>
                    <a:pt x="319" y="8813"/>
                    <a:pt x="319" y="8813"/>
                  </a:cubicBezTo>
                  <a:lnTo>
                    <a:pt x="1373" y="9091"/>
                  </a:lnTo>
                  <a:cubicBezTo>
                    <a:pt x="1373" y="9091"/>
                    <a:pt x="2348" y="3561"/>
                    <a:pt x="2646" y="3064"/>
                  </a:cubicBezTo>
                  <a:cubicBezTo>
                    <a:pt x="2925" y="2566"/>
                    <a:pt x="5332" y="0"/>
                    <a:pt x="53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g3f0a1af8da8_0_950"/>
            <p:cNvSpPr/>
            <p:nvPr/>
          </p:nvSpPr>
          <p:spPr>
            <a:xfrm>
              <a:off x="2443013" y="1393025"/>
              <a:ext cx="50714" cy="17917"/>
            </a:xfrm>
            <a:custGeom>
              <a:rect b="b" l="l" r="r" t="t"/>
              <a:pathLst>
                <a:path extrusionOk="0" h="478" w="1353">
                  <a:moveTo>
                    <a:pt x="0" y="0"/>
                  </a:moveTo>
                  <a:lnTo>
                    <a:pt x="557" y="339"/>
                  </a:lnTo>
                  <a:lnTo>
                    <a:pt x="1353" y="478"/>
                  </a:lnTo>
                  <a:lnTo>
                    <a:pt x="656" y="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g3f0a1af8da8_0_950"/>
            <p:cNvSpPr/>
            <p:nvPr/>
          </p:nvSpPr>
          <p:spPr>
            <a:xfrm>
              <a:off x="2448223" y="1424322"/>
              <a:ext cx="38045" cy="10495"/>
            </a:xfrm>
            <a:custGeom>
              <a:rect b="b" l="l" r="r" t="t"/>
              <a:pathLst>
                <a:path extrusionOk="0" h="280" w="1015">
                  <a:moveTo>
                    <a:pt x="0" y="1"/>
                  </a:moveTo>
                  <a:lnTo>
                    <a:pt x="378" y="220"/>
                  </a:lnTo>
                  <a:lnTo>
                    <a:pt x="1015" y="27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g3f0a1af8da8_0_950"/>
            <p:cNvSpPr/>
            <p:nvPr/>
          </p:nvSpPr>
          <p:spPr>
            <a:xfrm>
              <a:off x="2046349" y="947484"/>
              <a:ext cx="1138606" cy="216686"/>
            </a:xfrm>
            <a:custGeom>
              <a:rect b="b" l="l" r="r" t="t"/>
              <a:pathLst>
                <a:path extrusionOk="0" h="5781" w="30377">
                  <a:moveTo>
                    <a:pt x="25512" y="1"/>
                  </a:moveTo>
                  <a:cubicBezTo>
                    <a:pt x="20412" y="1"/>
                    <a:pt x="12593" y="99"/>
                    <a:pt x="8673" y="648"/>
                  </a:cubicBezTo>
                  <a:cubicBezTo>
                    <a:pt x="2566" y="1503"/>
                    <a:pt x="0" y="3015"/>
                    <a:pt x="0" y="3015"/>
                  </a:cubicBezTo>
                  <a:cubicBezTo>
                    <a:pt x="458" y="4090"/>
                    <a:pt x="1154" y="5044"/>
                    <a:pt x="2069" y="5780"/>
                  </a:cubicBezTo>
                  <a:cubicBezTo>
                    <a:pt x="2069" y="5780"/>
                    <a:pt x="12575" y="2949"/>
                    <a:pt x="23775" y="2949"/>
                  </a:cubicBezTo>
                  <a:cubicBezTo>
                    <a:pt x="25275" y="2949"/>
                    <a:pt x="26787" y="3000"/>
                    <a:pt x="28288" y="3115"/>
                  </a:cubicBezTo>
                  <a:cubicBezTo>
                    <a:pt x="28288" y="3115"/>
                    <a:pt x="30376" y="1881"/>
                    <a:pt x="30356" y="31"/>
                  </a:cubicBezTo>
                  <a:cubicBezTo>
                    <a:pt x="30356" y="31"/>
                    <a:pt x="28358" y="1"/>
                    <a:pt x="25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g3f0a1af8da8_0_950"/>
            <p:cNvSpPr/>
            <p:nvPr/>
          </p:nvSpPr>
          <p:spPr>
            <a:xfrm>
              <a:off x="2020224" y="1400484"/>
              <a:ext cx="308743" cy="548069"/>
            </a:xfrm>
            <a:custGeom>
              <a:rect b="b" l="l" r="r" t="t"/>
              <a:pathLst>
                <a:path extrusionOk="0" h="14622" w="8237">
                  <a:moveTo>
                    <a:pt x="5810" y="0"/>
                  </a:moveTo>
                  <a:lnTo>
                    <a:pt x="1" y="1970"/>
                  </a:lnTo>
                  <a:lnTo>
                    <a:pt x="1553" y="14622"/>
                  </a:lnTo>
                  <a:lnTo>
                    <a:pt x="8236" y="10325"/>
                  </a:lnTo>
                  <a:lnTo>
                    <a:pt x="58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g3f0a1af8da8_0_950"/>
            <p:cNvSpPr/>
            <p:nvPr/>
          </p:nvSpPr>
          <p:spPr>
            <a:xfrm>
              <a:off x="1363365" y="1741977"/>
              <a:ext cx="2132529" cy="2943351"/>
            </a:xfrm>
            <a:custGeom>
              <a:rect b="b" l="l" r="r" t="t"/>
              <a:pathLst>
                <a:path extrusionOk="0" h="78526" w="56894">
                  <a:moveTo>
                    <a:pt x="42451" y="0"/>
                  </a:moveTo>
                  <a:lnTo>
                    <a:pt x="41477" y="796"/>
                  </a:lnTo>
                  <a:lnTo>
                    <a:pt x="46887" y="6863"/>
                  </a:lnTo>
                  <a:cubicBezTo>
                    <a:pt x="46887" y="6863"/>
                    <a:pt x="51721" y="7699"/>
                    <a:pt x="52060" y="8514"/>
                  </a:cubicBezTo>
                  <a:cubicBezTo>
                    <a:pt x="52398" y="9330"/>
                    <a:pt x="52457" y="10941"/>
                    <a:pt x="52457" y="10941"/>
                  </a:cubicBezTo>
                  <a:lnTo>
                    <a:pt x="199" y="64612"/>
                  </a:lnTo>
                  <a:cubicBezTo>
                    <a:pt x="199" y="64612"/>
                    <a:pt x="0" y="76050"/>
                    <a:pt x="657" y="76945"/>
                  </a:cubicBezTo>
                  <a:cubicBezTo>
                    <a:pt x="1151" y="77640"/>
                    <a:pt x="6937" y="78526"/>
                    <a:pt x="10176" y="78526"/>
                  </a:cubicBezTo>
                  <a:cubicBezTo>
                    <a:pt x="11111" y="78526"/>
                    <a:pt x="11834" y="78452"/>
                    <a:pt x="12155" y="78278"/>
                  </a:cubicBezTo>
                  <a:cubicBezTo>
                    <a:pt x="13567" y="77482"/>
                    <a:pt x="24946" y="59957"/>
                    <a:pt x="24946" y="59957"/>
                  </a:cubicBezTo>
                  <a:lnTo>
                    <a:pt x="36245" y="58485"/>
                  </a:lnTo>
                  <a:lnTo>
                    <a:pt x="40044" y="53631"/>
                  </a:lnTo>
                  <a:lnTo>
                    <a:pt x="38214" y="47802"/>
                  </a:lnTo>
                  <a:lnTo>
                    <a:pt x="23693" y="53114"/>
                  </a:lnTo>
                  <a:lnTo>
                    <a:pt x="8554" y="69844"/>
                  </a:lnTo>
                  <a:lnTo>
                    <a:pt x="7122" y="69883"/>
                  </a:lnTo>
                  <a:lnTo>
                    <a:pt x="7122" y="69883"/>
                  </a:lnTo>
                  <a:lnTo>
                    <a:pt x="55123" y="14681"/>
                  </a:lnTo>
                  <a:cubicBezTo>
                    <a:pt x="55123" y="14681"/>
                    <a:pt x="56893" y="10782"/>
                    <a:pt x="56695" y="10185"/>
                  </a:cubicBezTo>
                  <a:cubicBezTo>
                    <a:pt x="56496" y="9569"/>
                    <a:pt x="53850" y="5033"/>
                    <a:pt x="53532" y="4834"/>
                  </a:cubicBezTo>
                  <a:cubicBezTo>
                    <a:pt x="53233" y="4635"/>
                    <a:pt x="48360" y="3979"/>
                    <a:pt x="47743" y="3820"/>
                  </a:cubicBezTo>
                  <a:cubicBezTo>
                    <a:pt x="47126" y="3680"/>
                    <a:pt x="42451" y="0"/>
                    <a:pt x="424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g3f0a1af8da8_0_950"/>
            <p:cNvSpPr/>
            <p:nvPr/>
          </p:nvSpPr>
          <p:spPr>
            <a:xfrm>
              <a:off x="1387952" y="3700679"/>
              <a:ext cx="1309376" cy="984815"/>
            </a:xfrm>
            <a:custGeom>
              <a:rect b="b" l="l" r="r" t="t"/>
              <a:pathLst>
                <a:path extrusionOk="0" h="26274" w="34933">
                  <a:moveTo>
                    <a:pt x="34296" y="0"/>
                  </a:moveTo>
                  <a:lnTo>
                    <a:pt x="33301" y="3502"/>
                  </a:lnTo>
                  <a:lnTo>
                    <a:pt x="23733" y="4874"/>
                  </a:lnTo>
                  <a:lnTo>
                    <a:pt x="11300" y="24270"/>
                  </a:lnTo>
                  <a:lnTo>
                    <a:pt x="1" y="24687"/>
                  </a:lnTo>
                  <a:lnTo>
                    <a:pt x="160" y="24827"/>
                  </a:lnTo>
                  <a:cubicBezTo>
                    <a:pt x="1194" y="25480"/>
                    <a:pt x="6470" y="26274"/>
                    <a:pt x="9512" y="26274"/>
                  </a:cubicBezTo>
                  <a:cubicBezTo>
                    <a:pt x="10450" y="26274"/>
                    <a:pt x="11175" y="26198"/>
                    <a:pt x="11499" y="26020"/>
                  </a:cubicBezTo>
                  <a:cubicBezTo>
                    <a:pt x="12931" y="25244"/>
                    <a:pt x="24310" y="7699"/>
                    <a:pt x="24310" y="7699"/>
                  </a:cubicBezTo>
                  <a:lnTo>
                    <a:pt x="34932" y="6326"/>
                  </a:lnTo>
                  <a:cubicBezTo>
                    <a:pt x="34415" y="4178"/>
                    <a:pt x="34296" y="0"/>
                    <a:pt x="342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g3f0a1af8da8_0_950"/>
            <p:cNvSpPr/>
            <p:nvPr/>
          </p:nvSpPr>
          <p:spPr>
            <a:xfrm>
              <a:off x="1581093" y="3696219"/>
              <a:ext cx="440682" cy="609203"/>
            </a:xfrm>
            <a:custGeom>
              <a:rect b="b" l="l" r="r" t="t"/>
              <a:pathLst>
                <a:path extrusionOk="0" h="16253" w="11757">
                  <a:moveTo>
                    <a:pt x="6525" y="0"/>
                  </a:moveTo>
                  <a:lnTo>
                    <a:pt x="0" y="6704"/>
                  </a:lnTo>
                  <a:lnTo>
                    <a:pt x="1134" y="13129"/>
                  </a:lnTo>
                  <a:lnTo>
                    <a:pt x="1253" y="16252"/>
                  </a:lnTo>
                  <a:lnTo>
                    <a:pt x="6684" y="11578"/>
                  </a:lnTo>
                  <a:lnTo>
                    <a:pt x="11757" y="5769"/>
                  </a:lnTo>
                  <a:lnTo>
                    <a:pt x="8474" y="875"/>
                  </a:lnTo>
                  <a:lnTo>
                    <a:pt x="65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g3f0a1af8da8_0_950"/>
            <p:cNvSpPr/>
            <p:nvPr/>
          </p:nvSpPr>
          <p:spPr>
            <a:xfrm>
              <a:off x="2898561" y="2779274"/>
              <a:ext cx="61921" cy="56224"/>
            </a:xfrm>
            <a:custGeom>
              <a:rect b="b" l="l" r="r" t="t"/>
              <a:pathLst>
                <a:path extrusionOk="0" h="1500" w="1652">
                  <a:moveTo>
                    <a:pt x="1091" y="0"/>
                  </a:moveTo>
                  <a:cubicBezTo>
                    <a:pt x="866" y="0"/>
                    <a:pt x="603" y="123"/>
                    <a:pt x="398" y="354"/>
                  </a:cubicBezTo>
                  <a:cubicBezTo>
                    <a:pt x="60" y="712"/>
                    <a:pt x="0" y="1190"/>
                    <a:pt x="239" y="1389"/>
                  </a:cubicBezTo>
                  <a:cubicBezTo>
                    <a:pt x="321" y="1464"/>
                    <a:pt x="430" y="1499"/>
                    <a:pt x="549" y="1499"/>
                  </a:cubicBezTo>
                  <a:cubicBezTo>
                    <a:pt x="777" y="1499"/>
                    <a:pt x="1045" y="1372"/>
                    <a:pt x="1254" y="1150"/>
                  </a:cubicBezTo>
                  <a:cubicBezTo>
                    <a:pt x="1592" y="792"/>
                    <a:pt x="1652" y="334"/>
                    <a:pt x="1413" y="115"/>
                  </a:cubicBezTo>
                  <a:cubicBezTo>
                    <a:pt x="1328" y="38"/>
                    <a:pt x="1215" y="0"/>
                    <a:pt x="10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g3f0a1af8da8_0_950"/>
            <p:cNvSpPr/>
            <p:nvPr/>
          </p:nvSpPr>
          <p:spPr>
            <a:xfrm>
              <a:off x="2824760" y="2862783"/>
              <a:ext cx="61921" cy="56374"/>
            </a:xfrm>
            <a:custGeom>
              <a:rect b="b" l="l" r="r" t="t"/>
              <a:pathLst>
                <a:path extrusionOk="0" h="1504" w="1652">
                  <a:moveTo>
                    <a:pt x="1091" y="0"/>
                  </a:moveTo>
                  <a:cubicBezTo>
                    <a:pt x="866" y="0"/>
                    <a:pt x="603" y="123"/>
                    <a:pt x="398" y="354"/>
                  </a:cubicBezTo>
                  <a:cubicBezTo>
                    <a:pt x="60" y="712"/>
                    <a:pt x="0" y="1190"/>
                    <a:pt x="239" y="1389"/>
                  </a:cubicBezTo>
                  <a:cubicBezTo>
                    <a:pt x="324" y="1466"/>
                    <a:pt x="436" y="1504"/>
                    <a:pt x="560" y="1504"/>
                  </a:cubicBezTo>
                  <a:cubicBezTo>
                    <a:pt x="785" y="1504"/>
                    <a:pt x="1048" y="1381"/>
                    <a:pt x="1253" y="1150"/>
                  </a:cubicBezTo>
                  <a:cubicBezTo>
                    <a:pt x="1591" y="792"/>
                    <a:pt x="1651" y="334"/>
                    <a:pt x="1412" y="115"/>
                  </a:cubicBezTo>
                  <a:cubicBezTo>
                    <a:pt x="1328" y="38"/>
                    <a:pt x="1215" y="0"/>
                    <a:pt x="10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g3f0a1af8da8_0_950"/>
            <p:cNvSpPr/>
            <p:nvPr/>
          </p:nvSpPr>
          <p:spPr>
            <a:xfrm>
              <a:off x="2750922" y="2946441"/>
              <a:ext cx="61921" cy="56449"/>
            </a:xfrm>
            <a:custGeom>
              <a:rect b="b" l="l" r="r" t="t"/>
              <a:pathLst>
                <a:path extrusionOk="0" h="1506" w="1652">
                  <a:moveTo>
                    <a:pt x="1103" y="1"/>
                  </a:moveTo>
                  <a:cubicBezTo>
                    <a:pt x="876" y="1"/>
                    <a:pt x="607" y="128"/>
                    <a:pt x="399" y="350"/>
                  </a:cubicBezTo>
                  <a:cubicBezTo>
                    <a:pt x="60" y="708"/>
                    <a:pt x="1" y="1186"/>
                    <a:pt x="239" y="1404"/>
                  </a:cubicBezTo>
                  <a:cubicBezTo>
                    <a:pt x="321" y="1472"/>
                    <a:pt x="428" y="1505"/>
                    <a:pt x="546" y="1505"/>
                  </a:cubicBezTo>
                  <a:cubicBezTo>
                    <a:pt x="774" y="1505"/>
                    <a:pt x="1044" y="1382"/>
                    <a:pt x="1254" y="1146"/>
                  </a:cubicBezTo>
                  <a:cubicBezTo>
                    <a:pt x="1592" y="788"/>
                    <a:pt x="1652" y="330"/>
                    <a:pt x="1413" y="111"/>
                  </a:cubicBezTo>
                  <a:cubicBezTo>
                    <a:pt x="1331" y="36"/>
                    <a:pt x="1223" y="1"/>
                    <a:pt x="11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g3f0a1af8da8_0_950"/>
            <p:cNvSpPr/>
            <p:nvPr/>
          </p:nvSpPr>
          <p:spPr>
            <a:xfrm>
              <a:off x="2677121" y="3029987"/>
              <a:ext cx="61921" cy="56411"/>
            </a:xfrm>
            <a:custGeom>
              <a:rect b="b" l="l" r="r" t="t"/>
              <a:pathLst>
                <a:path extrusionOk="0" h="1505" w="1652">
                  <a:moveTo>
                    <a:pt x="1107" y="1"/>
                  </a:moveTo>
                  <a:cubicBezTo>
                    <a:pt x="878" y="1"/>
                    <a:pt x="608" y="133"/>
                    <a:pt x="398" y="369"/>
                  </a:cubicBezTo>
                  <a:cubicBezTo>
                    <a:pt x="60" y="707"/>
                    <a:pt x="0" y="1185"/>
                    <a:pt x="239" y="1403"/>
                  </a:cubicBezTo>
                  <a:cubicBezTo>
                    <a:pt x="320" y="1471"/>
                    <a:pt x="427" y="1504"/>
                    <a:pt x="545" y="1504"/>
                  </a:cubicBezTo>
                  <a:cubicBezTo>
                    <a:pt x="774" y="1504"/>
                    <a:pt x="1044" y="1381"/>
                    <a:pt x="1254" y="1145"/>
                  </a:cubicBezTo>
                  <a:cubicBezTo>
                    <a:pt x="1592" y="807"/>
                    <a:pt x="1651" y="329"/>
                    <a:pt x="1413" y="110"/>
                  </a:cubicBezTo>
                  <a:cubicBezTo>
                    <a:pt x="1331" y="36"/>
                    <a:pt x="1225" y="1"/>
                    <a:pt x="11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g3f0a1af8da8_0_950"/>
            <p:cNvSpPr/>
            <p:nvPr/>
          </p:nvSpPr>
          <p:spPr>
            <a:xfrm>
              <a:off x="2603283" y="3113496"/>
              <a:ext cx="61959" cy="56749"/>
            </a:xfrm>
            <a:custGeom>
              <a:rect b="b" l="l" r="r" t="t"/>
              <a:pathLst>
                <a:path extrusionOk="0" h="1514" w="1653">
                  <a:moveTo>
                    <a:pt x="1107" y="1"/>
                  </a:moveTo>
                  <a:cubicBezTo>
                    <a:pt x="879" y="1"/>
                    <a:pt x="609" y="133"/>
                    <a:pt x="399" y="369"/>
                  </a:cubicBezTo>
                  <a:cubicBezTo>
                    <a:pt x="61" y="727"/>
                    <a:pt x="1" y="1185"/>
                    <a:pt x="240" y="1403"/>
                  </a:cubicBezTo>
                  <a:cubicBezTo>
                    <a:pt x="321" y="1478"/>
                    <a:pt x="428" y="1513"/>
                    <a:pt x="546" y="1513"/>
                  </a:cubicBezTo>
                  <a:cubicBezTo>
                    <a:pt x="774" y="1513"/>
                    <a:pt x="1044" y="1381"/>
                    <a:pt x="1254" y="1145"/>
                  </a:cubicBezTo>
                  <a:cubicBezTo>
                    <a:pt x="1592" y="807"/>
                    <a:pt x="1652" y="329"/>
                    <a:pt x="1413" y="110"/>
                  </a:cubicBezTo>
                  <a:cubicBezTo>
                    <a:pt x="1332" y="36"/>
                    <a:pt x="1225" y="1"/>
                    <a:pt x="11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g3f0a1af8da8_0_950"/>
            <p:cNvSpPr/>
            <p:nvPr/>
          </p:nvSpPr>
          <p:spPr>
            <a:xfrm>
              <a:off x="2529482" y="3197342"/>
              <a:ext cx="61921" cy="56074"/>
            </a:xfrm>
            <a:custGeom>
              <a:rect b="b" l="l" r="r" t="t"/>
              <a:pathLst>
                <a:path extrusionOk="0" h="1496" w="1652">
                  <a:moveTo>
                    <a:pt x="1107" y="0"/>
                  </a:moveTo>
                  <a:cubicBezTo>
                    <a:pt x="878" y="0"/>
                    <a:pt x="608" y="124"/>
                    <a:pt x="398" y="360"/>
                  </a:cubicBezTo>
                  <a:cubicBezTo>
                    <a:pt x="60" y="698"/>
                    <a:pt x="1" y="1176"/>
                    <a:pt x="239" y="1394"/>
                  </a:cubicBezTo>
                  <a:cubicBezTo>
                    <a:pt x="321" y="1462"/>
                    <a:pt x="428" y="1495"/>
                    <a:pt x="546" y="1495"/>
                  </a:cubicBezTo>
                  <a:cubicBezTo>
                    <a:pt x="774" y="1495"/>
                    <a:pt x="1044" y="1372"/>
                    <a:pt x="1254" y="1136"/>
                  </a:cubicBezTo>
                  <a:cubicBezTo>
                    <a:pt x="1592" y="778"/>
                    <a:pt x="1652" y="320"/>
                    <a:pt x="1413" y="101"/>
                  </a:cubicBezTo>
                  <a:cubicBezTo>
                    <a:pt x="1332" y="33"/>
                    <a:pt x="1225" y="0"/>
                    <a:pt x="11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g3f0a1af8da8_0_950"/>
            <p:cNvSpPr/>
            <p:nvPr/>
          </p:nvSpPr>
          <p:spPr>
            <a:xfrm>
              <a:off x="2455682" y="3281038"/>
              <a:ext cx="62671" cy="56224"/>
            </a:xfrm>
            <a:custGeom>
              <a:rect b="b" l="l" r="r" t="t"/>
              <a:pathLst>
                <a:path extrusionOk="0" h="1500" w="1672">
                  <a:moveTo>
                    <a:pt x="1091" y="1"/>
                  </a:moveTo>
                  <a:cubicBezTo>
                    <a:pt x="866" y="1"/>
                    <a:pt x="603" y="124"/>
                    <a:pt x="398" y="355"/>
                  </a:cubicBezTo>
                  <a:cubicBezTo>
                    <a:pt x="80" y="713"/>
                    <a:pt x="0" y="1190"/>
                    <a:pt x="239" y="1389"/>
                  </a:cubicBezTo>
                  <a:cubicBezTo>
                    <a:pt x="321" y="1465"/>
                    <a:pt x="429" y="1500"/>
                    <a:pt x="550" y="1500"/>
                  </a:cubicBezTo>
                  <a:cubicBezTo>
                    <a:pt x="779" y="1500"/>
                    <a:pt x="1052" y="1372"/>
                    <a:pt x="1273" y="1151"/>
                  </a:cubicBezTo>
                  <a:cubicBezTo>
                    <a:pt x="1592" y="793"/>
                    <a:pt x="1671" y="335"/>
                    <a:pt x="1413" y="116"/>
                  </a:cubicBezTo>
                  <a:cubicBezTo>
                    <a:pt x="1328" y="38"/>
                    <a:pt x="1215" y="1"/>
                    <a:pt x="10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g3f0a1af8da8_0_950"/>
            <p:cNvSpPr/>
            <p:nvPr/>
          </p:nvSpPr>
          <p:spPr>
            <a:xfrm>
              <a:off x="2381844" y="3364733"/>
              <a:ext cx="61921" cy="56449"/>
            </a:xfrm>
            <a:custGeom>
              <a:rect b="b" l="l" r="r" t="t"/>
              <a:pathLst>
                <a:path extrusionOk="0" h="1506" w="1652">
                  <a:moveTo>
                    <a:pt x="1103" y="1"/>
                  </a:moveTo>
                  <a:cubicBezTo>
                    <a:pt x="876" y="1"/>
                    <a:pt x="607" y="128"/>
                    <a:pt x="399" y="350"/>
                  </a:cubicBezTo>
                  <a:cubicBezTo>
                    <a:pt x="61" y="708"/>
                    <a:pt x="1" y="1185"/>
                    <a:pt x="240" y="1404"/>
                  </a:cubicBezTo>
                  <a:cubicBezTo>
                    <a:pt x="321" y="1472"/>
                    <a:pt x="428" y="1505"/>
                    <a:pt x="546" y="1505"/>
                  </a:cubicBezTo>
                  <a:cubicBezTo>
                    <a:pt x="774" y="1505"/>
                    <a:pt x="1044" y="1382"/>
                    <a:pt x="1254" y="1146"/>
                  </a:cubicBezTo>
                  <a:cubicBezTo>
                    <a:pt x="1592" y="788"/>
                    <a:pt x="1652" y="330"/>
                    <a:pt x="1413" y="111"/>
                  </a:cubicBezTo>
                  <a:cubicBezTo>
                    <a:pt x="1331" y="36"/>
                    <a:pt x="1223" y="1"/>
                    <a:pt x="11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g3f0a1af8da8_0_950"/>
            <p:cNvSpPr/>
            <p:nvPr/>
          </p:nvSpPr>
          <p:spPr>
            <a:xfrm>
              <a:off x="2308043" y="3448467"/>
              <a:ext cx="61921" cy="56561"/>
            </a:xfrm>
            <a:custGeom>
              <a:rect b="b" l="l" r="r" t="t"/>
              <a:pathLst>
                <a:path extrusionOk="0" h="1509" w="1652">
                  <a:moveTo>
                    <a:pt x="1093" y="1"/>
                  </a:moveTo>
                  <a:cubicBezTo>
                    <a:pt x="867" y="1"/>
                    <a:pt x="604" y="133"/>
                    <a:pt x="398" y="364"/>
                  </a:cubicBezTo>
                  <a:cubicBezTo>
                    <a:pt x="60" y="722"/>
                    <a:pt x="0" y="1179"/>
                    <a:pt x="239" y="1398"/>
                  </a:cubicBezTo>
                  <a:cubicBezTo>
                    <a:pt x="321" y="1474"/>
                    <a:pt x="430" y="1509"/>
                    <a:pt x="549" y="1509"/>
                  </a:cubicBezTo>
                  <a:cubicBezTo>
                    <a:pt x="777" y="1509"/>
                    <a:pt x="1045" y="1381"/>
                    <a:pt x="1254" y="1159"/>
                  </a:cubicBezTo>
                  <a:cubicBezTo>
                    <a:pt x="1592" y="801"/>
                    <a:pt x="1652" y="344"/>
                    <a:pt x="1413" y="125"/>
                  </a:cubicBezTo>
                  <a:cubicBezTo>
                    <a:pt x="1328" y="41"/>
                    <a:pt x="1216" y="1"/>
                    <a:pt x="10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g3f0a1af8da8_0_950"/>
            <p:cNvSpPr/>
            <p:nvPr/>
          </p:nvSpPr>
          <p:spPr>
            <a:xfrm>
              <a:off x="2234242" y="3532200"/>
              <a:ext cx="61921" cy="56749"/>
            </a:xfrm>
            <a:custGeom>
              <a:rect b="b" l="l" r="r" t="t"/>
              <a:pathLst>
                <a:path extrusionOk="0" h="1514" w="1652">
                  <a:moveTo>
                    <a:pt x="1107" y="0"/>
                  </a:moveTo>
                  <a:cubicBezTo>
                    <a:pt x="879" y="0"/>
                    <a:pt x="608" y="141"/>
                    <a:pt x="398" y="378"/>
                  </a:cubicBezTo>
                  <a:cubicBezTo>
                    <a:pt x="60" y="716"/>
                    <a:pt x="0" y="1193"/>
                    <a:pt x="239" y="1412"/>
                  </a:cubicBezTo>
                  <a:cubicBezTo>
                    <a:pt x="320" y="1480"/>
                    <a:pt x="427" y="1513"/>
                    <a:pt x="545" y="1513"/>
                  </a:cubicBezTo>
                  <a:cubicBezTo>
                    <a:pt x="773" y="1513"/>
                    <a:pt x="1044" y="1389"/>
                    <a:pt x="1253" y="1153"/>
                  </a:cubicBezTo>
                  <a:cubicBezTo>
                    <a:pt x="1591" y="795"/>
                    <a:pt x="1651" y="338"/>
                    <a:pt x="1412" y="119"/>
                  </a:cubicBezTo>
                  <a:cubicBezTo>
                    <a:pt x="1331" y="38"/>
                    <a:pt x="1225" y="0"/>
                    <a:pt x="11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g3f0a1af8da8_0_950"/>
            <p:cNvSpPr/>
            <p:nvPr/>
          </p:nvSpPr>
          <p:spPr>
            <a:xfrm>
              <a:off x="2160404" y="3615484"/>
              <a:ext cx="61921" cy="56561"/>
            </a:xfrm>
            <a:custGeom>
              <a:rect b="b" l="l" r="r" t="t"/>
              <a:pathLst>
                <a:path extrusionOk="0" h="1509" w="1652">
                  <a:moveTo>
                    <a:pt x="1093" y="1"/>
                  </a:moveTo>
                  <a:cubicBezTo>
                    <a:pt x="868" y="1"/>
                    <a:pt x="604" y="133"/>
                    <a:pt x="399" y="364"/>
                  </a:cubicBezTo>
                  <a:cubicBezTo>
                    <a:pt x="60" y="722"/>
                    <a:pt x="1" y="1179"/>
                    <a:pt x="239" y="1398"/>
                  </a:cubicBezTo>
                  <a:cubicBezTo>
                    <a:pt x="322" y="1474"/>
                    <a:pt x="430" y="1509"/>
                    <a:pt x="549" y="1509"/>
                  </a:cubicBezTo>
                  <a:cubicBezTo>
                    <a:pt x="777" y="1509"/>
                    <a:pt x="1045" y="1381"/>
                    <a:pt x="1254" y="1159"/>
                  </a:cubicBezTo>
                  <a:cubicBezTo>
                    <a:pt x="1592" y="801"/>
                    <a:pt x="1652" y="344"/>
                    <a:pt x="1413" y="125"/>
                  </a:cubicBezTo>
                  <a:cubicBezTo>
                    <a:pt x="1329" y="40"/>
                    <a:pt x="1216" y="1"/>
                    <a:pt x="10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g3f0a1af8da8_0_950"/>
            <p:cNvSpPr/>
            <p:nvPr/>
          </p:nvSpPr>
          <p:spPr>
            <a:xfrm>
              <a:off x="2086604" y="3699330"/>
              <a:ext cx="61921" cy="56411"/>
            </a:xfrm>
            <a:custGeom>
              <a:rect b="b" l="l" r="r" t="t"/>
              <a:pathLst>
                <a:path extrusionOk="0" h="1505" w="1652">
                  <a:moveTo>
                    <a:pt x="1091" y="1"/>
                  </a:moveTo>
                  <a:cubicBezTo>
                    <a:pt x="866" y="1"/>
                    <a:pt x="603" y="124"/>
                    <a:pt x="398" y="355"/>
                  </a:cubicBezTo>
                  <a:cubicBezTo>
                    <a:pt x="60" y="713"/>
                    <a:pt x="0" y="1190"/>
                    <a:pt x="239" y="1389"/>
                  </a:cubicBezTo>
                  <a:cubicBezTo>
                    <a:pt x="324" y="1467"/>
                    <a:pt x="436" y="1505"/>
                    <a:pt x="561" y="1505"/>
                  </a:cubicBezTo>
                  <a:cubicBezTo>
                    <a:pt x="786" y="1505"/>
                    <a:pt x="1048" y="1381"/>
                    <a:pt x="1254" y="1150"/>
                  </a:cubicBezTo>
                  <a:cubicBezTo>
                    <a:pt x="1592" y="792"/>
                    <a:pt x="1651" y="335"/>
                    <a:pt x="1413" y="116"/>
                  </a:cubicBezTo>
                  <a:cubicBezTo>
                    <a:pt x="1328" y="38"/>
                    <a:pt x="1215" y="1"/>
                    <a:pt x="10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g3f0a1af8da8_0_950"/>
            <p:cNvSpPr/>
            <p:nvPr/>
          </p:nvSpPr>
          <p:spPr>
            <a:xfrm>
              <a:off x="2012765" y="3783063"/>
              <a:ext cx="61959" cy="56411"/>
            </a:xfrm>
            <a:custGeom>
              <a:rect b="b" l="l" r="r" t="t"/>
              <a:pathLst>
                <a:path extrusionOk="0" h="1505" w="1653">
                  <a:moveTo>
                    <a:pt x="1107" y="0"/>
                  </a:moveTo>
                  <a:cubicBezTo>
                    <a:pt x="879" y="0"/>
                    <a:pt x="609" y="133"/>
                    <a:pt x="399" y="369"/>
                  </a:cubicBezTo>
                  <a:cubicBezTo>
                    <a:pt x="61" y="707"/>
                    <a:pt x="1" y="1184"/>
                    <a:pt x="240" y="1403"/>
                  </a:cubicBezTo>
                  <a:cubicBezTo>
                    <a:pt x="321" y="1471"/>
                    <a:pt x="428" y="1504"/>
                    <a:pt x="546" y="1504"/>
                  </a:cubicBezTo>
                  <a:cubicBezTo>
                    <a:pt x="774" y="1504"/>
                    <a:pt x="1044" y="1380"/>
                    <a:pt x="1254" y="1144"/>
                  </a:cubicBezTo>
                  <a:cubicBezTo>
                    <a:pt x="1592" y="786"/>
                    <a:pt x="1652" y="329"/>
                    <a:pt x="1413" y="110"/>
                  </a:cubicBezTo>
                  <a:cubicBezTo>
                    <a:pt x="1332" y="35"/>
                    <a:pt x="1225" y="0"/>
                    <a:pt x="11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g3f0a1af8da8_0_950"/>
            <p:cNvSpPr/>
            <p:nvPr/>
          </p:nvSpPr>
          <p:spPr>
            <a:xfrm>
              <a:off x="1938965" y="3866909"/>
              <a:ext cx="61921" cy="56374"/>
            </a:xfrm>
            <a:custGeom>
              <a:rect b="b" l="l" r="r" t="t"/>
              <a:pathLst>
                <a:path extrusionOk="0" h="1504" w="1652">
                  <a:moveTo>
                    <a:pt x="1107" y="0"/>
                  </a:moveTo>
                  <a:cubicBezTo>
                    <a:pt x="878" y="0"/>
                    <a:pt x="608" y="124"/>
                    <a:pt x="398" y="360"/>
                  </a:cubicBezTo>
                  <a:cubicBezTo>
                    <a:pt x="60" y="718"/>
                    <a:pt x="1" y="1175"/>
                    <a:pt x="239" y="1394"/>
                  </a:cubicBezTo>
                  <a:cubicBezTo>
                    <a:pt x="321" y="1469"/>
                    <a:pt x="427" y="1504"/>
                    <a:pt x="545" y="1504"/>
                  </a:cubicBezTo>
                  <a:cubicBezTo>
                    <a:pt x="774" y="1504"/>
                    <a:pt x="1044" y="1372"/>
                    <a:pt x="1254" y="1135"/>
                  </a:cubicBezTo>
                  <a:cubicBezTo>
                    <a:pt x="1592" y="797"/>
                    <a:pt x="1652" y="320"/>
                    <a:pt x="1413" y="101"/>
                  </a:cubicBezTo>
                  <a:cubicBezTo>
                    <a:pt x="1332" y="33"/>
                    <a:pt x="1225" y="0"/>
                    <a:pt x="11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g3f0a1af8da8_0_950"/>
            <p:cNvSpPr/>
            <p:nvPr/>
          </p:nvSpPr>
          <p:spPr>
            <a:xfrm>
              <a:off x="1865164" y="3950380"/>
              <a:ext cx="61921" cy="56449"/>
            </a:xfrm>
            <a:custGeom>
              <a:rect b="b" l="l" r="r" t="t"/>
              <a:pathLst>
                <a:path extrusionOk="0" h="1506" w="1652">
                  <a:moveTo>
                    <a:pt x="1106" y="1"/>
                  </a:moveTo>
                  <a:cubicBezTo>
                    <a:pt x="878" y="1"/>
                    <a:pt x="608" y="125"/>
                    <a:pt x="398" y="361"/>
                  </a:cubicBezTo>
                  <a:cubicBezTo>
                    <a:pt x="60" y="719"/>
                    <a:pt x="0" y="1176"/>
                    <a:pt x="239" y="1395"/>
                  </a:cubicBezTo>
                  <a:cubicBezTo>
                    <a:pt x="321" y="1470"/>
                    <a:pt x="429" y="1506"/>
                    <a:pt x="549" y="1506"/>
                  </a:cubicBezTo>
                  <a:cubicBezTo>
                    <a:pt x="776" y="1506"/>
                    <a:pt x="1045" y="1378"/>
                    <a:pt x="1253" y="1156"/>
                  </a:cubicBezTo>
                  <a:cubicBezTo>
                    <a:pt x="1592" y="798"/>
                    <a:pt x="1651" y="341"/>
                    <a:pt x="1413" y="102"/>
                  </a:cubicBezTo>
                  <a:cubicBezTo>
                    <a:pt x="1331" y="34"/>
                    <a:pt x="1224" y="1"/>
                    <a:pt x="11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g3f0a1af8da8_0_950"/>
            <p:cNvSpPr/>
            <p:nvPr/>
          </p:nvSpPr>
          <p:spPr>
            <a:xfrm>
              <a:off x="1791326" y="4034301"/>
              <a:ext cx="61921" cy="56224"/>
            </a:xfrm>
            <a:custGeom>
              <a:rect b="b" l="l" r="r" t="t"/>
              <a:pathLst>
                <a:path extrusionOk="0" h="1500" w="1652">
                  <a:moveTo>
                    <a:pt x="1103" y="0"/>
                  </a:moveTo>
                  <a:cubicBezTo>
                    <a:pt x="876" y="0"/>
                    <a:pt x="607" y="128"/>
                    <a:pt x="399" y="350"/>
                  </a:cubicBezTo>
                  <a:cubicBezTo>
                    <a:pt x="60" y="708"/>
                    <a:pt x="1" y="1185"/>
                    <a:pt x="240" y="1384"/>
                  </a:cubicBezTo>
                  <a:cubicBezTo>
                    <a:pt x="324" y="1462"/>
                    <a:pt x="437" y="1499"/>
                    <a:pt x="561" y="1499"/>
                  </a:cubicBezTo>
                  <a:cubicBezTo>
                    <a:pt x="786" y="1499"/>
                    <a:pt x="1049" y="1376"/>
                    <a:pt x="1254" y="1145"/>
                  </a:cubicBezTo>
                  <a:cubicBezTo>
                    <a:pt x="1592" y="787"/>
                    <a:pt x="1652" y="330"/>
                    <a:pt x="1413" y="111"/>
                  </a:cubicBezTo>
                  <a:cubicBezTo>
                    <a:pt x="1331" y="35"/>
                    <a:pt x="1223" y="0"/>
                    <a:pt x="1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g3f0a1af8da8_0_950"/>
            <p:cNvSpPr/>
            <p:nvPr/>
          </p:nvSpPr>
          <p:spPr>
            <a:xfrm>
              <a:off x="2747961" y="2998315"/>
              <a:ext cx="208815" cy="76127"/>
            </a:xfrm>
            <a:custGeom>
              <a:rect b="b" l="l" r="r" t="t"/>
              <a:pathLst>
                <a:path extrusionOk="0" h="2031" w="5571">
                  <a:moveTo>
                    <a:pt x="5570" y="1"/>
                  </a:moveTo>
                  <a:cubicBezTo>
                    <a:pt x="5570" y="1"/>
                    <a:pt x="1094" y="1"/>
                    <a:pt x="895" y="180"/>
                  </a:cubicBezTo>
                  <a:cubicBezTo>
                    <a:pt x="696" y="339"/>
                    <a:pt x="0" y="756"/>
                    <a:pt x="80" y="995"/>
                  </a:cubicBezTo>
                  <a:lnTo>
                    <a:pt x="478" y="2030"/>
                  </a:lnTo>
                  <a:cubicBezTo>
                    <a:pt x="478" y="2030"/>
                    <a:pt x="607" y="2030"/>
                    <a:pt x="823" y="2030"/>
                  </a:cubicBezTo>
                  <a:cubicBezTo>
                    <a:pt x="1902" y="2030"/>
                    <a:pt x="5142" y="2016"/>
                    <a:pt x="5192" y="1851"/>
                  </a:cubicBezTo>
                  <a:cubicBezTo>
                    <a:pt x="5252" y="1652"/>
                    <a:pt x="5570" y="1"/>
                    <a:pt x="5570" y="1"/>
                  </a:cubicBezTo>
                  <a:close/>
                </a:path>
              </a:pathLst>
            </a:custGeom>
            <a:solidFill>
              <a:srgbClr val="F1AA7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g3f0a1af8da8_0_950"/>
            <p:cNvSpPr/>
            <p:nvPr/>
          </p:nvSpPr>
          <p:spPr>
            <a:xfrm>
              <a:off x="2694250" y="3226465"/>
              <a:ext cx="126803" cy="63420"/>
            </a:xfrm>
            <a:custGeom>
              <a:rect b="b" l="l" r="r" t="t"/>
              <a:pathLst>
                <a:path extrusionOk="0" h="1692" w="3383">
                  <a:moveTo>
                    <a:pt x="916" y="1"/>
                  </a:moveTo>
                  <a:lnTo>
                    <a:pt x="1" y="478"/>
                  </a:lnTo>
                  <a:cubicBezTo>
                    <a:pt x="120" y="617"/>
                    <a:pt x="240" y="737"/>
                    <a:pt x="379" y="836"/>
                  </a:cubicBezTo>
                  <a:cubicBezTo>
                    <a:pt x="518" y="916"/>
                    <a:pt x="2567" y="1692"/>
                    <a:pt x="2567" y="1692"/>
                  </a:cubicBezTo>
                  <a:cubicBezTo>
                    <a:pt x="2806" y="1532"/>
                    <a:pt x="3025" y="1353"/>
                    <a:pt x="3243" y="1174"/>
                  </a:cubicBezTo>
                  <a:cubicBezTo>
                    <a:pt x="3303" y="956"/>
                    <a:pt x="3343" y="737"/>
                    <a:pt x="3383" y="498"/>
                  </a:cubicBezTo>
                  <a:lnTo>
                    <a:pt x="916" y="1"/>
                  </a:lnTo>
                  <a:close/>
                </a:path>
              </a:pathLst>
            </a:custGeom>
            <a:solidFill>
              <a:srgbClr val="F1AA7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g3f0a1af8da8_0_950"/>
            <p:cNvSpPr/>
            <p:nvPr/>
          </p:nvSpPr>
          <p:spPr>
            <a:xfrm>
              <a:off x="2726334" y="3226465"/>
              <a:ext cx="94718" cy="44042"/>
            </a:xfrm>
            <a:custGeom>
              <a:rect b="b" l="l" r="r" t="t"/>
              <a:pathLst>
                <a:path extrusionOk="0" h="1175" w="2527">
                  <a:moveTo>
                    <a:pt x="60" y="1"/>
                  </a:moveTo>
                  <a:lnTo>
                    <a:pt x="0" y="40"/>
                  </a:lnTo>
                  <a:lnTo>
                    <a:pt x="1094" y="836"/>
                  </a:lnTo>
                  <a:lnTo>
                    <a:pt x="2387" y="1174"/>
                  </a:lnTo>
                  <a:cubicBezTo>
                    <a:pt x="2447" y="956"/>
                    <a:pt x="2487" y="737"/>
                    <a:pt x="2527" y="498"/>
                  </a:cubicBezTo>
                  <a:lnTo>
                    <a:pt x="60" y="1"/>
                  </a:lnTo>
                  <a:close/>
                </a:path>
              </a:pathLst>
            </a:custGeom>
            <a:solidFill>
              <a:srgbClr val="DC865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g3f0a1af8da8_0_950"/>
            <p:cNvSpPr/>
            <p:nvPr/>
          </p:nvSpPr>
          <p:spPr>
            <a:xfrm>
              <a:off x="2678058" y="3163833"/>
              <a:ext cx="188499" cy="84298"/>
            </a:xfrm>
            <a:custGeom>
              <a:rect b="b" l="l" r="r" t="t"/>
              <a:pathLst>
                <a:path extrusionOk="0" h="2249" w="5029">
                  <a:moveTo>
                    <a:pt x="2124" y="1"/>
                  </a:moveTo>
                  <a:cubicBezTo>
                    <a:pt x="2124" y="1"/>
                    <a:pt x="811" y="1"/>
                    <a:pt x="512" y="120"/>
                  </a:cubicBezTo>
                  <a:cubicBezTo>
                    <a:pt x="218" y="238"/>
                    <a:pt x="1" y="1016"/>
                    <a:pt x="53" y="1016"/>
                  </a:cubicBezTo>
                  <a:cubicBezTo>
                    <a:pt x="53" y="1016"/>
                    <a:pt x="54" y="1015"/>
                    <a:pt x="55" y="1015"/>
                  </a:cubicBezTo>
                  <a:cubicBezTo>
                    <a:pt x="95" y="1015"/>
                    <a:pt x="1666" y="1851"/>
                    <a:pt x="1766" y="1871"/>
                  </a:cubicBezTo>
                  <a:cubicBezTo>
                    <a:pt x="1845" y="1891"/>
                    <a:pt x="4272" y="2249"/>
                    <a:pt x="4272" y="2249"/>
                  </a:cubicBezTo>
                  <a:cubicBezTo>
                    <a:pt x="4272" y="2249"/>
                    <a:pt x="4849" y="1811"/>
                    <a:pt x="4889" y="1652"/>
                  </a:cubicBezTo>
                  <a:cubicBezTo>
                    <a:pt x="4929" y="1513"/>
                    <a:pt x="5028" y="399"/>
                    <a:pt x="5028" y="399"/>
                  </a:cubicBezTo>
                  <a:lnTo>
                    <a:pt x="2124" y="1"/>
                  </a:lnTo>
                  <a:close/>
                </a:path>
              </a:pathLst>
            </a:custGeom>
            <a:solidFill>
              <a:srgbClr val="F1AA7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g3f0a1af8da8_0_950"/>
            <p:cNvSpPr/>
            <p:nvPr/>
          </p:nvSpPr>
          <p:spPr>
            <a:xfrm>
              <a:off x="2726334" y="3163833"/>
              <a:ext cx="139472" cy="59710"/>
            </a:xfrm>
            <a:custGeom>
              <a:rect b="b" l="l" r="r" t="t"/>
              <a:pathLst>
                <a:path extrusionOk="0" h="1593" w="3721">
                  <a:moveTo>
                    <a:pt x="836" y="1"/>
                  </a:moveTo>
                  <a:cubicBezTo>
                    <a:pt x="836" y="1"/>
                    <a:pt x="418" y="1"/>
                    <a:pt x="0" y="21"/>
                  </a:cubicBezTo>
                  <a:cubicBezTo>
                    <a:pt x="776" y="299"/>
                    <a:pt x="2268" y="876"/>
                    <a:pt x="2348" y="896"/>
                  </a:cubicBezTo>
                  <a:cubicBezTo>
                    <a:pt x="2447" y="916"/>
                    <a:pt x="3263" y="1393"/>
                    <a:pt x="3621" y="1592"/>
                  </a:cubicBezTo>
                  <a:cubicBezTo>
                    <a:pt x="3660" y="1334"/>
                    <a:pt x="3720" y="399"/>
                    <a:pt x="3720" y="399"/>
                  </a:cubicBezTo>
                  <a:lnTo>
                    <a:pt x="836" y="1"/>
                  </a:lnTo>
                  <a:close/>
                </a:path>
              </a:pathLst>
            </a:custGeom>
            <a:solidFill>
              <a:srgbClr val="DC865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g3f0a1af8da8_0_950"/>
            <p:cNvSpPr/>
            <p:nvPr/>
          </p:nvSpPr>
          <p:spPr>
            <a:xfrm>
              <a:off x="2686079" y="3078825"/>
              <a:ext cx="222946" cy="99216"/>
            </a:xfrm>
            <a:custGeom>
              <a:rect b="b" l="l" r="r" t="t"/>
              <a:pathLst>
                <a:path extrusionOk="0" h="2647" w="5948">
                  <a:moveTo>
                    <a:pt x="855" y="1"/>
                  </a:moveTo>
                  <a:cubicBezTo>
                    <a:pt x="577" y="140"/>
                    <a:pt x="338" y="299"/>
                    <a:pt x="100" y="498"/>
                  </a:cubicBezTo>
                  <a:cubicBezTo>
                    <a:pt x="0" y="637"/>
                    <a:pt x="239" y="1572"/>
                    <a:pt x="239" y="1572"/>
                  </a:cubicBezTo>
                  <a:lnTo>
                    <a:pt x="2566" y="2547"/>
                  </a:lnTo>
                  <a:lnTo>
                    <a:pt x="4933" y="2647"/>
                  </a:lnTo>
                  <a:lnTo>
                    <a:pt x="5888" y="1950"/>
                  </a:lnTo>
                  <a:lnTo>
                    <a:pt x="5948" y="697"/>
                  </a:lnTo>
                  <a:lnTo>
                    <a:pt x="5948" y="697"/>
                  </a:lnTo>
                  <a:cubicBezTo>
                    <a:pt x="5948" y="697"/>
                    <a:pt x="4536" y="817"/>
                    <a:pt x="3762" y="817"/>
                  </a:cubicBezTo>
                  <a:cubicBezTo>
                    <a:pt x="3589" y="817"/>
                    <a:pt x="3449" y="811"/>
                    <a:pt x="3362" y="797"/>
                  </a:cubicBezTo>
                  <a:cubicBezTo>
                    <a:pt x="2884" y="697"/>
                    <a:pt x="855" y="1"/>
                    <a:pt x="855" y="1"/>
                  </a:cubicBezTo>
                  <a:close/>
                </a:path>
              </a:pathLst>
            </a:custGeom>
            <a:solidFill>
              <a:srgbClr val="F1AA7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g3f0a1af8da8_0_950"/>
            <p:cNvSpPr/>
            <p:nvPr/>
          </p:nvSpPr>
          <p:spPr>
            <a:xfrm>
              <a:off x="2721836" y="3427665"/>
              <a:ext cx="243861" cy="642900"/>
            </a:xfrm>
            <a:custGeom>
              <a:rect b="b" l="l" r="r" t="t"/>
              <a:pathLst>
                <a:path extrusionOk="0" h="17152" w="6506">
                  <a:moveTo>
                    <a:pt x="4570" y="0"/>
                  </a:moveTo>
                  <a:cubicBezTo>
                    <a:pt x="4111" y="0"/>
                    <a:pt x="1990" y="2828"/>
                    <a:pt x="1990" y="2828"/>
                  </a:cubicBezTo>
                  <a:lnTo>
                    <a:pt x="3800" y="8657"/>
                  </a:lnTo>
                  <a:lnTo>
                    <a:pt x="1" y="13531"/>
                  </a:lnTo>
                  <a:lnTo>
                    <a:pt x="996" y="17151"/>
                  </a:lnTo>
                  <a:cubicBezTo>
                    <a:pt x="2846" y="15958"/>
                    <a:pt x="5829" y="10348"/>
                    <a:pt x="6168" y="8796"/>
                  </a:cubicBezTo>
                  <a:cubicBezTo>
                    <a:pt x="6506" y="7265"/>
                    <a:pt x="4994" y="123"/>
                    <a:pt x="4596" y="4"/>
                  </a:cubicBezTo>
                  <a:cubicBezTo>
                    <a:pt x="4588" y="1"/>
                    <a:pt x="4580" y="0"/>
                    <a:pt x="45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g3f0a1af8da8_0_950"/>
            <p:cNvSpPr/>
            <p:nvPr/>
          </p:nvSpPr>
          <p:spPr>
            <a:xfrm>
              <a:off x="2677871" y="3533662"/>
              <a:ext cx="186438" cy="401175"/>
            </a:xfrm>
            <a:custGeom>
              <a:rect b="b" l="l" r="r" t="t"/>
              <a:pathLst>
                <a:path extrusionOk="0" h="10703" w="4974">
                  <a:moveTo>
                    <a:pt x="3143" y="0"/>
                  </a:moveTo>
                  <a:cubicBezTo>
                    <a:pt x="2188" y="995"/>
                    <a:pt x="1432" y="2169"/>
                    <a:pt x="915" y="3462"/>
                  </a:cubicBezTo>
                  <a:cubicBezTo>
                    <a:pt x="0" y="5670"/>
                    <a:pt x="1174" y="10703"/>
                    <a:pt x="1174" y="10703"/>
                  </a:cubicBezTo>
                  <a:lnTo>
                    <a:pt x="4973" y="5829"/>
                  </a:lnTo>
                  <a:lnTo>
                    <a:pt x="314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g3f0a1af8da8_0_950"/>
            <p:cNvSpPr/>
            <p:nvPr/>
          </p:nvSpPr>
          <p:spPr>
            <a:xfrm>
              <a:off x="2780007" y="1557793"/>
              <a:ext cx="152891" cy="200606"/>
            </a:xfrm>
            <a:custGeom>
              <a:rect b="b" l="l" r="r" t="t"/>
              <a:pathLst>
                <a:path extrusionOk="0" h="5352" w="4079">
                  <a:moveTo>
                    <a:pt x="339" y="1"/>
                  </a:moveTo>
                  <a:lnTo>
                    <a:pt x="1" y="220"/>
                  </a:lnTo>
                  <a:cubicBezTo>
                    <a:pt x="1" y="220"/>
                    <a:pt x="120" y="1712"/>
                    <a:pt x="279" y="2010"/>
                  </a:cubicBezTo>
                  <a:cubicBezTo>
                    <a:pt x="438" y="2288"/>
                    <a:pt x="1453" y="3044"/>
                    <a:pt x="1453" y="3044"/>
                  </a:cubicBezTo>
                  <a:lnTo>
                    <a:pt x="3183" y="5352"/>
                  </a:lnTo>
                  <a:lnTo>
                    <a:pt x="4079" y="4477"/>
                  </a:lnTo>
                  <a:lnTo>
                    <a:pt x="3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g3f0a1af8da8_0_950"/>
            <p:cNvSpPr/>
            <p:nvPr/>
          </p:nvSpPr>
          <p:spPr>
            <a:xfrm>
              <a:off x="2868726" y="1701422"/>
              <a:ext cx="107425" cy="95768"/>
            </a:xfrm>
            <a:custGeom>
              <a:rect b="b" l="l" r="r" t="t"/>
              <a:pathLst>
                <a:path extrusionOk="0" h="2555" w="2866">
                  <a:moveTo>
                    <a:pt x="2589" y="0"/>
                  </a:moveTo>
                  <a:cubicBezTo>
                    <a:pt x="2474" y="0"/>
                    <a:pt x="2358" y="15"/>
                    <a:pt x="2249" y="48"/>
                  </a:cubicBezTo>
                  <a:cubicBezTo>
                    <a:pt x="1990" y="147"/>
                    <a:pt x="1" y="1918"/>
                    <a:pt x="1" y="1918"/>
                  </a:cubicBezTo>
                  <a:cubicBezTo>
                    <a:pt x="1" y="1918"/>
                    <a:pt x="59" y="2555"/>
                    <a:pt x="213" y="2555"/>
                  </a:cubicBezTo>
                  <a:cubicBezTo>
                    <a:pt x="215" y="2555"/>
                    <a:pt x="217" y="2555"/>
                    <a:pt x="220" y="2554"/>
                  </a:cubicBezTo>
                  <a:cubicBezTo>
                    <a:pt x="399" y="2554"/>
                    <a:pt x="1314" y="1878"/>
                    <a:pt x="1314" y="1878"/>
                  </a:cubicBezTo>
                  <a:lnTo>
                    <a:pt x="2288" y="1082"/>
                  </a:lnTo>
                  <a:cubicBezTo>
                    <a:pt x="2706" y="744"/>
                    <a:pt x="2865" y="28"/>
                    <a:pt x="2865" y="28"/>
                  </a:cubicBezTo>
                  <a:cubicBezTo>
                    <a:pt x="2776" y="10"/>
                    <a:pt x="2682" y="0"/>
                    <a:pt x="25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g3f0a1af8da8_0_950"/>
            <p:cNvSpPr/>
            <p:nvPr/>
          </p:nvSpPr>
          <p:spPr>
            <a:xfrm>
              <a:off x="1440164" y="3503077"/>
              <a:ext cx="598970" cy="586414"/>
            </a:xfrm>
            <a:custGeom>
              <a:rect b="b" l="l" r="r" t="t"/>
              <a:pathLst>
                <a:path extrusionOk="0" h="15645" w="15980">
                  <a:moveTo>
                    <a:pt x="4934" y="1"/>
                  </a:moveTo>
                  <a:cubicBezTo>
                    <a:pt x="4934" y="1"/>
                    <a:pt x="2069" y="339"/>
                    <a:pt x="1632" y="697"/>
                  </a:cubicBezTo>
                  <a:cubicBezTo>
                    <a:pt x="1214" y="1055"/>
                    <a:pt x="0" y="3860"/>
                    <a:pt x="0" y="3860"/>
                  </a:cubicBezTo>
                  <a:lnTo>
                    <a:pt x="458" y="5332"/>
                  </a:lnTo>
                  <a:lnTo>
                    <a:pt x="3044" y="9191"/>
                  </a:lnTo>
                  <a:lnTo>
                    <a:pt x="4655" y="11797"/>
                  </a:lnTo>
                  <a:cubicBezTo>
                    <a:pt x="4655" y="11797"/>
                    <a:pt x="5710" y="15597"/>
                    <a:pt x="5968" y="15637"/>
                  </a:cubicBezTo>
                  <a:cubicBezTo>
                    <a:pt x="6069" y="15642"/>
                    <a:pt x="6171" y="15644"/>
                    <a:pt x="6272" y="15644"/>
                  </a:cubicBezTo>
                  <a:cubicBezTo>
                    <a:pt x="6549" y="15644"/>
                    <a:pt x="6825" y="15626"/>
                    <a:pt x="7102" y="15597"/>
                  </a:cubicBezTo>
                  <a:lnTo>
                    <a:pt x="6267" y="11917"/>
                  </a:lnTo>
                  <a:lnTo>
                    <a:pt x="5192" y="7381"/>
                  </a:lnTo>
                  <a:lnTo>
                    <a:pt x="6983" y="11061"/>
                  </a:lnTo>
                  <a:cubicBezTo>
                    <a:pt x="6983" y="11061"/>
                    <a:pt x="9529" y="15239"/>
                    <a:pt x="9668" y="15239"/>
                  </a:cubicBezTo>
                  <a:cubicBezTo>
                    <a:pt x="9788" y="15239"/>
                    <a:pt x="10703" y="15080"/>
                    <a:pt x="10782" y="14940"/>
                  </a:cubicBezTo>
                  <a:cubicBezTo>
                    <a:pt x="10882" y="14801"/>
                    <a:pt x="9191" y="10464"/>
                    <a:pt x="9091" y="10325"/>
                  </a:cubicBezTo>
                  <a:cubicBezTo>
                    <a:pt x="9012" y="10206"/>
                    <a:pt x="7122" y="6526"/>
                    <a:pt x="7122" y="6526"/>
                  </a:cubicBezTo>
                  <a:lnTo>
                    <a:pt x="7122" y="6526"/>
                  </a:lnTo>
                  <a:lnTo>
                    <a:pt x="10305" y="9609"/>
                  </a:lnTo>
                  <a:cubicBezTo>
                    <a:pt x="10305" y="9609"/>
                    <a:pt x="11936" y="13866"/>
                    <a:pt x="12115" y="13966"/>
                  </a:cubicBezTo>
                  <a:cubicBezTo>
                    <a:pt x="12134" y="13974"/>
                    <a:pt x="12160" y="13978"/>
                    <a:pt x="12192" y="13978"/>
                  </a:cubicBezTo>
                  <a:cubicBezTo>
                    <a:pt x="12465" y="13978"/>
                    <a:pt x="13149" y="13707"/>
                    <a:pt x="13149" y="13707"/>
                  </a:cubicBezTo>
                  <a:lnTo>
                    <a:pt x="12055" y="8873"/>
                  </a:lnTo>
                  <a:lnTo>
                    <a:pt x="10166" y="6108"/>
                  </a:lnTo>
                  <a:lnTo>
                    <a:pt x="12712" y="7839"/>
                  </a:lnTo>
                  <a:cubicBezTo>
                    <a:pt x="13042" y="8596"/>
                    <a:pt x="14681" y="11345"/>
                    <a:pt x="14925" y="11345"/>
                  </a:cubicBezTo>
                  <a:cubicBezTo>
                    <a:pt x="14930" y="11345"/>
                    <a:pt x="14936" y="11343"/>
                    <a:pt x="14940" y="11340"/>
                  </a:cubicBezTo>
                  <a:cubicBezTo>
                    <a:pt x="14974" y="11310"/>
                    <a:pt x="15042" y="11299"/>
                    <a:pt x="15128" y="11299"/>
                  </a:cubicBezTo>
                  <a:cubicBezTo>
                    <a:pt x="15338" y="11299"/>
                    <a:pt x="15652" y="11362"/>
                    <a:pt x="15833" y="11362"/>
                  </a:cubicBezTo>
                  <a:cubicBezTo>
                    <a:pt x="15922" y="11362"/>
                    <a:pt x="15979" y="11347"/>
                    <a:pt x="15974" y="11300"/>
                  </a:cubicBezTo>
                  <a:cubicBezTo>
                    <a:pt x="15974" y="11121"/>
                    <a:pt x="14204" y="6605"/>
                    <a:pt x="14204" y="6605"/>
                  </a:cubicBezTo>
                  <a:cubicBezTo>
                    <a:pt x="13448" y="6168"/>
                    <a:pt x="10723" y="3025"/>
                    <a:pt x="10723" y="3025"/>
                  </a:cubicBezTo>
                  <a:lnTo>
                    <a:pt x="4934" y="1"/>
                  </a:lnTo>
                  <a:close/>
                </a:path>
              </a:pathLst>
            </a:custGeom>
            <a:solidFill>
              <a:srgbClr val="F1AA7E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g3f0a1af8da8_0_950"/>
            <p:cNvSpPr/>
            <p:nvPr/>
          </p:nvSpPr>
          <p:spPr>
            <a:xfrm>
              <a:off x="866775" y="1564503"/>
              <a:ext cx="858274" cy="2083352"/>
            </a:xfrm>
            <a:custGeom>
              <a:rect b="b" l="l" r="r" t="t"/>
              <a:pathLst>
                <a:path extrusionOk="0" h="55582" w="22898">
                  <a:moveTo>
                    <a:pt x="16949" y="1"/>
                  </a:moveTo>
                  <a:cubicBezTo>
                    <a:pt x="16949" y="1"/>
                    <a:pt x="697" y="30357"/>
                    <a:pt x="339" y="30596"/>
                  </a:cubicBezTo>
                  <a:cubicBezTo>
                    <a:pt x="1" y="30815"/>
                    <a:pt x="15298" y="55581"/>
                    <a:pt x="15298" y="55581"/>
                  </a:cubicBezTo>
                  <a:cubicBezTo>
                    <a:pt x="15298" y="55581"/>
                    <a:pt x="17825" y="52955"/>
                    <a:pt x="20232" y="51722"/>
                  </a:cubicBezTo>
                  <a:lnTo>
                    <a:pt x="11081" y="30835"/>
                  </a:lnTo>
                  <a:lnTo>
                    <a:pt x="21425" y="15378"/>
                  </a:lnTo>
                  <a:cubicBezTo>
                    <a:pt x="21425" y="15378"/>
                    <a:pt x="22897" y="7461"/>
                    <a:pt x="16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g3f0a1af8da8_0_950"/>
            <p:cNvSpPr/>
            <p:nvPr/>
          </p:nvSpPr>
          <p:spPr>
            <a:xfrm>
              <a:off x="1615389" y="3731976"/>
              <a:ext cx="424489" cy="357508"/>
            </a:xfrm>
            <a:custGeom>
              <a:rect b="b" l="l" r="r" t="t"/>
              <a:pathLst>
                <a:path extrusionOk="0" h="9538" w="11325">
                  <a:moveTo>
                    <a:pt x="5510" y="1"/>
                  </a:moveTo>
                  <a:lnTo>
                    <a:pt x="8057" y="1732"/>
                  </a:lnTo>
                  <a:cubicBezTo>
                    <a:pt x="8387" y="2489"/>
                    <a:pt x="10025" y="5238"/>
                    <a:pt x="10269" y="5238"/>
                  </a:cubicBezTo>
                  <a:cubicBezTo>
                    <a:pt x="10275" y="5238"/>
                    <a:pt x="10280" y="5236"/>
                    <a:pt x="10285" y="5233"/>
                  </a:cubicBezTo>
                  <a:cubicBezTo>
                    <a:pt x="10319" y="5203"/>
                    <a:pt x="10387" y="5192"/>
                    <a:pt x="10473" y="5192"/>
                  </a:cubicBezTo>
                  <a:cubicBezTo>
                    <a:pt x="10683" y="5192"/>
                    <a:pt x="10997" y="5255"/>
                    <a:pt x="11177" y="5255"/>
                  </a:cubicBezTo>
                  <a:cubicBezTo>
                    <a:pt x="11267" y="5255"/>
                    <a:pt x="11324" y="5240"/>
                    <a:pt x="11319" y="5193"/>
                  </a:cubicBezTo>
                  <a:cubicBezTo>
                    <a:pt x="11319" y="5034"/>
                    <a:pt x="9887" y="1413"/>
                    <a:pt x="9588" y="638"/>
                  </a:cubicBezTo>
                  <a:lnTo>
                    <a:pt x="8514" y="1334"/>
                  </a:lnTo>
                  <a:lnTo>
                    <a:pt x="5510" y="1"/>
                  </a:lnTo>
                  <a:close/>
                  <a:moveTo>
                    <a:pt x="7380" y="2746"/>
                  </a:moveTo>
                  <a:lnTo>
                    <a:pt x="6465" y="2786"/>
                  </a:lnTo>
                  <a:cubicBezTo>
                    <a:pt x="6008" y="2786"/>
                    <a:pt x="5630" y="3482"/>
                    <a:pt x="5630" y="3482"/>
                  </a:cubicBezTo>
                  <a:cubicBezTo>
                    <a:pt x="5630" y="3482"/>
                    <a:pt x="7281" y="7779"/>
                    <a:pt x="7460" y="7859"/>
                  </a:cubicBezTo>
                  <a:cubicBezTo>
                    <a:pt x="7480" y="7867"/>
                    <a:pt x="7508" y="7871"/>
                    <a:pt x="7543" y="7871"/>
                  </a:cubicBezTo>
                  <a:cubicBezTo>
                    <a:pt x="7818" y="7871"/>
                    <a:pt x="8494" y="7620"/>
                    <a:pt x="8494" y="7620"/>
                  </a:cubicBezTo>
                  <a:lnTo>
                    <a:pt x="7400" y="2766"/>
                  </a:lnTo>
                  <a:lnTo>
                    <a:pt x="7380" y="2746"/>
                  </a:lnTo>
                  <a:close/>
                  <a:moveTo>
                    <a:pt x="4396" y="4178"/>
                  </a:moveTo>
                  <a:lnTo>
                    <a:pt x="3422" y="4397"/>
                  </a:lnTo>
                  <a:lnTo>
                    <a:pt x="2427" y="5133"/>
                  </a:lnTo>
                  <a:cubicBezTo>
                    <a:pt x="2924" y="5929"/>
                    <a:pt x="4894" y="9152"/>
                    <a:pt x="5013" y="9152"/>
                  </a:cubicBezTo>
                  <a:cubicBezTo>
                    <a:pt x="5113" y="9132"/>
                    <a:pt x="6048" y="8973"/>
                    <a:pt x="6127" y="8833"/>
                  </a:cubicBezTo>
                  <a:cubicBezTo>
                    <a:pt x="6207" y="8714"/>
                    <a:pt x="4516" y="4357"/>
                    <a:pt x="4436" y="4238"/>
                  </a:cubicBezTo>
                  <a:cubicBezTo>
                    <a:pt x="4436" y="4218"/>
                    <a:pt x="4416" y="4198"/>
                    <a:pt x="4396" y="4178"/>
                  </a:cubicBezTo>
                  <a:close/>
                  <a:moveTo>
                    <a:pt x="1035" y="5491"/>
                  </a:moveTo>
                  <a:lnTo>
                    <a:pt x="0" y="5690"/>
                  </a:lnTo>
                  <a:cubicBezTo>
                    <a:pt x="0" y="5690"/>
                    <a:pt x="1054" y="9490"/>
                    <a:pt x="1313" y="9530"/>
                  </a:cubicBezTo>
                  <a:cubicBezTo>
                    <a:pt x="1414" y="9535"/>
                    <a:pt x="1516" y="9537"/>
                    <a:pt x="1617" y="9537"/>
                  </a:cubicBezTo>
                  <a:cubicBezTo>
                    <a:pt x="1894" y="9537"/>
                    <a:pt x="2170" y="9519"/>
                    <a:pt x="2447" y="9490"/>
                  </a:cubicBezTo>
                  <a:lnTo>
                    <a:pt x="1611" y="5810"/>
                  </a:lnTo>
                  <a:lnTo>
                    <a:pt x="1552" y="5571"/>
                  </a:lnTo>
                  <a:lnTo>
                    <a:pt x="1035" y="5491"/>
                  </a:lnTo>
                  <a:close/>
                </a:path>
              </a:pathLst>
            </a:custGeom>
            <a:solidFill>
              <a:srgbClr val="DC865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g3f0a1af8da8_0_950"/>
            <p:cNvSpPr/>
            <p:nvPr/>
          </p:nvSpPr>
          <p:spPr>
            <a:xfrm>
              <a:off x="1542300" y="1619675"/>
              <a:ext cx="131264" cy="343789"/>
            </a:xfrm>
            <a:custGeom>
              <a:rect b="b" l="l" r="r" t="t"/>
              <a:pathLst>
                <a:path extrusionOk="0" h="9172" w="3502">
                  <a:moveTo>
                    <a:pt x="1" y="1"/>
                  </a:moveTo>
                  <a:lnTo>
                    <a:pt x="2129" y="4099"/>
                  </a:lnTo>
                  <a:lnTo>
                    <a:pt x="3502" y="9171"/>
                  </a:lnTo>
                  <a:lnTo>
                    <a:pt x="2646" y="376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0a1af8da8_0_1031"/>
          <p:cNvSpPr/>
          <p:nvPr/>
        </p:nvSpPr>
        <p:spPr>
          <a:xfrm rot="-1546250">
            <a:off x="6151688" y="766354"/>
            <a:ext cx="5484684" cy="5452137"/>
          </a:xfrm>
          <a:custGeom>
            <a:rect b="b" l="l" r="r" t="t"/>
            <a:pathLst>
              <a:path extrusionOk="0" h="49737" w="50036">
                <a:moveTo>
                  <a:pt x="21482" y="1"/>
                </a:moveTo>
                <a:lnTo>
                  <a:pt x="20648" y="13444"/>
                </a:lnTo>
                <a:lnTo>
                  <a:pt x="11041" y="4004"/>
                </a:lnTo>
                <a:lnTo>
                  <a:pt x="16145" y="16479"/>
                </a:lnTo>
                <a:lnTo>
                  <a:pt x="3369" y="12110"/>
                </a:lnTo>
                <a:lnTo>
                  <a:pt x="13376" y="21183"/>
                </a:lnTo>
                <a:lnTo>
                  <a:pt x="0" y="22784"/>
                </a:lnTo>
                <a:lnTo>
                  <a:pt x="12943" y="26587"/>
                </a:lnTo>
                <a:lnTo>
                  <a:pt x="1568" y="33859"/>
                </a:lnTo>
                <a:lnTo>
                  <a:pt x="1568" y="33859"/>
                </a:lnTo>
                <a:lnTo>
                  <a:pt x="14877" y="31657"/>
                </a:lnTo>
                <a:lnTo>
                  <a:pt x="7772" y="43132"/>
                </a:lnTo>
                <a:lnTo>
                  <a:pt x="7772" y="43132"/>
                </a:lnTo>
                <a:lnTo>
                  <a:pt x="18813" y="35393"/>
                </a:lnTo>
                <a:lnTo>
                  <a:pt x="17412" y="48803"/>
                </a:lnTo>
                <a:lnTo>
                  <a:pt x="17412" y="48803"/>
                </a:lnTo>
                <a:lnTo>
                  <a:pt x="24017" y="37061"/>
                </a:lnTo>
                <a:lnTo>
                  <a:pt x="28554" y="49737"/>
                </a:lnTo>
                <a:lnTo>
                  <a:pt x="29388" y="36294"/>
                </a:lnTo>
                <a:lnTo>
                  <a:pt x="38995" y="45734"/>
                </a:lnTo>
                <a:lnTo>
                  <a:pt x="38995" y="45734"/>
                </a:lnTo>
                <a:lnTo>
                  <a:pt x="33891" y="33258"/>
                </a:lnTo>
                <a:lnTo>
                  <a:pt x="46667" y="37595"/>
                </a:lnTo>
                <a:lnTo>
                  <a:pt x="36660" y="28555"/>
                </a:lnTo>
                <a:lnTo>
                  <a:pt x="50036" y="26954"/>
                </a:lnTo>
                <a:lnTo>
                  <a:pt x="37127" y="23151"/>
                </a:lnTo>
                <a:lnTo>
                  <a:pt x="48468" y="15879"/>
                </a:lnTo>
                <a:lnTo>
                  <a:pt x="35192" y="18081"/>
                </a:lnTo>
                <a:lnTo>
                  <a:pt x="42264" y="6606"/>
                </a:lnTo>
                <a:lnTo>
                  <a:pt x="31222" y="14345"/>
                </a:lnTo>
                <a:lnTo>
                  <a:pt x="32623" y="935"/>
                </a:lnTo>
                <a:lnTo>
                  <a:pt x="26052" y="12677"/>
                </a:lnTo>
                <a:lnTo>
                  <a:pt x="2148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" name="Google Shape;206;g3f0a1af8da8_0_1031"/>
          <p:cNvGrpSpPr/>
          <p:nvPr/>
        </p:nvGrpSpPr>
        <p:grpSpPr>
          <a:xfrm rot="3561666">
            <a:off x="-3958840" y="-1467233"/>
            <a:ext cx="9671101" cy="9499912"/>
            <a:chOff x="858308" y="3710050"/>
            <a:chExt cx="4757835" cy="4673616"/>
          </a:xfrm>
        </p:grpSpPr>
        <p:sp>
          <p:nvSpPr>
            <p:cNvPr id="207" name="Google Shape;207;g3f0a1af8da8_0_1031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g3f0a1af8da8_0_1031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g3f0a1af8da8_0_1031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g3f0a1af8da8_0_1031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g3f0a1af8da8_0_1031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g3f0a1af8da8_0_1031"/>
          <p:cNvSpPr/>
          <p:nvPr/>
        </p:nvSpPr>
        <p:spPr>
          <a:xfrm rot="1531402">
            <a:off x="10911097" y="454591"/>
            <a:ext cx="621780" cy="712810"/>
          </a:xfrm>
          <a:custGeom>
            <a:rect b="b" l="l" r="r" t="t"/>
            <a:pathLst>
              <a:path extrusionOk="0" h="19349" w="16879">
                <a:moveTo>
                  <a:pt x="10408" y="1"/>
                </a:moveTo>
                <a:cubicBezTo>
                  <a:pt x="9474" y="1936"/>
                  <a:pt x="8540" y="3870"/>
                  <a:pt x="7806" y="5905"/>
                </a:cubicBezTo>
                <a:cubicBezTo>
                  <a:pt x="6505" y="6072"/>
                  <a:pt x="5196" y="6155"/>
                  <a:pt x="3890" y="6155"/>
                </a:cubicBezTo>
                <a:cubicBezTo>
                  <a:pt x="2585" y="6155"/>
                  <a:pt x="1284" y="6072"/>
                  <a:pt x="0" y="5905"/>
                </a:cubicBezTo>
                <a:lnTo>
                  <a:pt x="0" y="5905"/>
                </a:lnTo>
                <a:cubicBezTo>
                  <a:pt x="2002" y="8140"/>
                  <a:pt x="4070" y="10308"/>
                  <a:pt x="6138" y="12477"/>
                </a:cubicBezTo>
                <a:cubicBezTo>
                  <a:pt x="5771" y="14678"/>
                  <a:pt x="5337" y="16880"/>
                  <a:pt x="3903" y="18614"/>
                </a:cubicBezTo>
                <a:cubicBezTo>
                  <a:pt x="5537" y="17480"/>
                  <a:pt x="7038" y="16179"/>
                  <a:pt x="8306" y="14678"/>
                </a:cubicBezTo>
                <a:cubicBezTo>
                  <a:pt x="9874" y="16246"/>
                  <a:pt x="11475" y="17814"/>
                  <a:pt x="13109" y="19348"/>
                </a:cubicBezTo>
                <a:cubicBezTo>
                  <a:pt x="12776" y="16213"/>
                  <a:pt x="12376" y="13044"/>
                  <a:pt x="11942" y="9908"/>
                </a:cubicBezTo>
                <a:cubicBezTo>
                  <a:pt x="13543" y="7606"/>
                  <a:pt x="15111" y="5305"/>
                  <a:pt x="16879" y="3203"/>
                </a:cubicBezTo>
                <a:lnTo>
                  <a:pt x="16879" y="3203"/>
                </a:lnTo>
                <a:cubicBezTo>
                  <a:pt x="15078" y="4071"/>
                  <a:pt x="13210" y="4738"/>
                  <a:pt x="11275" y="5238"/>
                </a:cubicBezTo>
                <a:cubicBezTo>
                  <a:pt x="10975" y="3470"/>
                  <a:pt x="10708" y="1736"/>
                  <a:pt x="1040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f0a1af8da8_0_1031"/>
          <p:cNvSpPr/>
          <p:nvPr/>
        </p:nvSpPr>
        <p:spPr>
          <a:xfrm>
            <a:off x="5544467" y="6011967"/>
            <a:ext cx="551520" cy="575986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0a1af8da8_0_1031"/>
          <p:cNvSpPr/>
          <p:nvPr/>
        </p:nvSpPr>
        <p:spPr>
          <a:xfrm>
            <a:off x="447367" y="1175367"/>
            <a:ext cx="685057" cy="733647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" name="Google Shape;215;g3f0a1af8da8_0_1031"/>
          <p:cNvGrpSpPr/>
          <p:nvPr/>
        </p:nvGrpSpPr>
        <p:grpSpPr>
          <a:xfrm>
            <a:off x="7513676" y="744375"/>
            <a:ext cx="2998012" cy="7396602"/>
            <a:chOff x="5551425" y="321225"/>
            <a:chExt cx="2166976" cy="5346297"/>
          </a:xfrm>
        </p:grpSpPr>
        <p:sp>
          <p:nvSpPr>
            <p:cNvPr id="216" name="Google Shape;216;g3f0a1af8da8_0_1031"/>
            <p:cNvSpPr/>
            <p:nvPr/>
          </p:nvSpPr>
          <p:spPr>
            <a:xfrm>
              <a:off x="6303420" y="632507"/>
              <a:ext cx="891047" cy="1300516"/>
            </a:xfrm>
            <a:custGeom>
              <a:rect b="b" l="l" r="r" t="t"/>
              <a:pathLst>
                <a:path extrusionOk="0" h="30516" w="20908">
                  <a:moveTo>
                    <a:pt x="18501" y="0"/>
                  </a:moveTo>
                  <a:lnTo>
                    <a:pt x="11757" y="339"/>
                  </a:lnTo>
                  <a:lnTo>
                    <a:pt x="6346" y="3342"/>
                  </a:lnTo>
                  <a:lnTo>
                    <a:pt x="836" y="12891"/>
                  </a:lnTo>
                  <a:cubicBezTo>
                    <a:pt x="836" y="12891"/>
                    <a:pt x="319" y="16949"/>
                    <a:pt x="717" y="18242"/>
                  </a:cubicBezTo>
                  <a:cubicBezTo>
                    <a:pt x="1095" y="19515"/>
                    <a:pt x="1154" y="20012"/>
                    <a:pt x="1035" y="20669"/>
                  </a:cubicBezTo>
                  <a:cubicBezTo>
                    <a:pt x="916" y="21325"/>
                    <a:pt x="498" y="22579"/>
                    <a:pt x="1294" y="22837"/>
                  </a:cubicBezTo>
                  <a:cubicBezTo>
                    <a:pt x="2069" y="23096"/>
                    <a:pt x="1" y="25960"/>
                    <a:pt x="1" y="25960"/>
                  </a:cubicBezTo>
                  <a:lnTo>
                    <a:pt x="6366" y="25960"/>
                  </a:lnTo>
                  <a:lnTo>
                    <a:pt x="19515" y="30516"/>
                  </a:lnTo>
                  <a:cubicBezTo>
                    <a:pt x="19515" y="30516"/>
                    <a:pt x="18561" y="27691"/>
                    <a:pt x="18521" y="26677"/>
                  </a:cubicBezTo>
                  <a:cubicBezTo>
                    <a:pt x="18461" y="25662"/>
                    <a:pt x="20013" y="24190"/>
                    <a:pt x="20013" y="24190"/>
                  </a:cubicBezTo>
                  <a:cubicBezTo>
                    <a:pt x="20013" y="24190"/>
                    <a:pt x="19018" y="22121"/>
                    <a:pt x="18521" y="21325"/>
                  </a:cubicBezTo>
                  <a:cubicBezTo>
                    <a:pt x="18004" y="20530"/>
                    <a:pt x="20251" y="19316"/>
                    <a:pt x="20072" y="18461"/>
                  </a:cubicBezTo>
                  <a:cubicBezTo>
                    <a:pt x="19873" y="17586"/>
                    <a:pt x="19416" y="16432"/>
                    <a:pt x="19277" y="15895"/>
                  </a:cubicBezTo>
                  <a:cubicBezTo>
                    <a:pt x="19157" y="15338"/>
                    <a:pt x="20848" y="14283"/>
                    <a:pt x="20530" y="12453"/>
                  </a:cubicBezTo>
                  <a:cubicBezTo>
                    <a:pt x="20192" y="10643"/>
                    <a:pt x="19734" y="11319"/>
                    <a:pt x="19714" y="10464"/>
                  </a:cubicBezTo>
                  <a:cubicBezTo>
                    <a:pt x="19694" y="9628"/>
                    <a:pt x="20908" y="8057"/>
                    <a:pt x="20908" y="8057"/>
                  </a:cubicBezTo>
                  <a:cubicBezTo>
                    <a:pt x="20908" y="8057"/>
                    <a:pt x="19336" y="4974"/>
                    <a:pt x="19217" y="4775"/>
                  </a:cubicBezTo>
                  <a:cubicBezTo>
                    <a:pt x="19078" y="4576"/>
                    <a:pt x="18501" y="0"/>
                    <a:pt x="185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g3f0a1af8da8_0_1031"/>
            <p:cNvSpPr/>
            <p:nvPr/>
          </p:nvSpPr>
          <p:spPr>
            <a:xfrm>
              <a:off x="6066890" y="398534"/>
              <a:ext cx="370517" cy="1310701"/>
            </a:xfrm>
            <a:custGeom>
              <a:rect b="b" l="l" r="r" t="t"/>
              <a:pathLst>
                <a:path extrusionOk="0" h="30755" w="8694">
                  <a:moveTo>
                    <a:pt x="7699" y="0"/>
                  </a:moveTo>
                  <a:cubicBezTo>
                    <a:pt x="7699" y="0"/>
                    <a:pt x="3641" y="2546"/>
                    <a:pt x="3144" y="3601"/>
                  </a:cubicBezTo>
                  <a:cubicBezTo>
                    <a:pt x="2646" y="4635"/>
                    <a:pt x="3780" y="6067"/>
                    <a:pt x="3144" y="6823"/>
                  </a:cubicBezTo>
                  <a:cubicBezTo>
                    <a:pt x="2527" y="7599"/>
                    <a:pt x="518" y="9091"/>
                    <a:pt x="796" y="10404"/>
                  </a:cubicBezTo>
                  <a:cubicBezTo>
                    <a:pt x="1075" y="11717"/>
                    <a:pt x="2109" y="13288"/>
                    <a:pt x="1890" y="14840"/>
                  </a:cubicBezTo>
                  <a:cubicBezTo>
                    <a:pt x="1672" y="16412"/>
                    <a:pt x="1" y="17625"/>
                    <a:pt x="796" y="19177"/>
                  </a:cubicBezTo>
                  <a:cubicBezTo>
                    <a:pt x="1612" y="20728"/>
                    <a:pt x="2845" y="21822"/>
                    <a:pt x="2388" y="23434"/>
                  </a:cubicBezTo>
                  <a:cubicBezTo>
                    <a:pt x="1930" y="25065"/>
                    <a:pt x="1990" y="25920"/>
                    <a:pt x="2925" y="27094"/>
                  </a:cubicBezTo>
                  <a:cubicBezTo>
                    <a:pt x="3840" y="28268"/>
                    <a:pt x="3164" y="30754"/>
                    <a:pt x="3164" y="30754"/>
                  </a:cubicBezTo>
                  <a:cubicBezTo>
                    <a:pt x="3164" y="30754"/>
                    <a:pt x="5988" y="28287"/>
                    <a:pt x="5431" y="27711"/>
                  </a:cubicBezTo>
                  <a:cubicBezTo>
                    <a:pt x="4894" y="27154"/>
                    <a:pt x="4098" y="26437"/>
                    <a:pt x="4437" y="25522"/>
                  </a:cubicBezTo>
                  <a:cubicBezTo>
                    <a:pt x="4755" y="24607"/>
                    <a:pt x="6128" y="22817"/>
                    <a:pt x="6128" y="22817"/>
                  </a:cubicBezTo>
                  <a:cubicBezTo>
                    <a:pt x="6128" y="22817"/>
                    <a:pt x="4496" y="17227"/>
                    <a:pt x="4636" y="15675"/>
                  </a:cubicBezTo>
                  <a:cubicBezTo>
                    <a:pt x="4795" y="14124"/>
                    <a:pt x="7003" y="13089"/>
                    <a:pt x="6804" y="11776"/>
                  </a:cubicBezTo>
                  <a:cubicBezTo>
                    <a:pt x="6605" y="10464"/>
                    <a:pt x="5730" y="10006"/>
                    <a:pt x="5670" y="8972"/>
                  </a:cubicBezTo>
                  <a:cubicBezTo>
                    <a:pt x="5630" y="7917"/>
                    <a:pt x="7659" y="6405"/>
                    <a:pt x="8176" y="5291"/>
                  </a:cubicBezTo>
                  <a:cubicBezTo>
                    <a:pt x="8694" y="4197"/>
                    <a:pt x="7699" y="0"/>
                    <a:pt x="76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g3f0a1af8da8_0_1031"/>
            <p:cNvSpPr/>
            <p:nvPr/>
          </p:nvSpPr>
          <p:spPr>
            <a:xfrm>
              <a:off x="5717593" y="1532856"/>
              <a:ext cx="265422" cy="294231"/>
            </a:xfrm>
            <a:custGeom>
              <a:rect b="b" l="l" r="r" t="t"/>
              <a:pathLst>
                <a:path extrusionOk="0" h="6904" w="6228">
                  <a:moveTo>
                    <a:pt x="936" y="0"/>
                  </a:moveTo>
                  <a:lnTo>
                    <a:pt x="1" y="3283"/>
                  </a:lnTo>
                  <a:lnTo>
                    <a:pt x="2348" y="6903"/>
                  </a:lnTo>
                  <a:lnTo>
                    <a:pt x="6227" y="5073"/>
                  </a:lnTo>
                  <a:lnTo>
                    <a:pt x="5630" y="418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rgbClr val="722F1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g3f0a1af8da8_0_1031"/>
            <p:cNvSpPr/>
            <p:nvPr/>
          </p:nvSpPr>
          <p:spPr>
            <a:xfrm>
              <a:off x="5648935" y="1203930"/>
              <a:ext cx="137399" cy="386626"/>
            </a:xfrm>
            <a:custGeom>
              <a:rect b="b" l="l" r="r" t="t"/>
              <a:pathLst>
                <a:path extrusionOk="0" h="9072" w="3224">
                  <a:moveTo>
                    <a:pt x="0" y="0"/>
                  </a:moveTo>
                  <a:lnTo>
                    <a:pt x="0" y="0"/>
                  </a:lnTo>
                  <a:cubicBezTo>
                    <a:pt x="359" y="1472"/>
                    <a:pt x="0" y="5411"/>
                    <a:pt x="0" y="5411"/>
                  </a:cubicBezTo>
                  <a:lnTo>
                    <a:pt x="1413" y="9071"/>
                  </a:lnTo>
                  <a:lnTo>
                    <a:pt x="3223" y="7898"/>
                  </a:lnTo>
                  <a:lnTo>
                    <a:pt x="1811" y="5371"/>
                  </a:lnTo>
                  <a:cubicBezTo>
                    <a:pt x="1811" y="5371"/>
                    <a:pt x="1274" y="1015"/>
                    <a:pt x="1095" y="696"/>
                  </a:cubicBezTo>
                  <a:cubicBezTo>
                    <a:pt x="896" y="358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884B2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g3f0a1af8da8_0_1031"/>
            <p:cNvSpPr/>
            <p:nvPr/>
          </p:nvSpPr>
          <p:spPr>
            <a:xfrm>
              <a:off x="5675230" y="1309026"/>
              <a:ext cx="101771" cy="281531"/>
            </a:xfrm>
            <a:custGeom>
              <a:rect b="b" l="l" r="r" t="t"/>
              <a:pathLst>
                <a:path extrusionOk="0" h="6606" w="2388">
                  <a:moveTo>
                    <a:pt x="796" y="1"/>
                  </a:moveTo>
                  <a:lnTo>
                    <a:pt x="318" y="916"/>
                  </a:lnTo>
                  <a:lnTo>
                    <a:pt x="0" y="3263"/>
                  </a:lnTo>
                  <a:lnTo>
                    <a:pt x="458" y="5770"/>
                  </a:lnTo>
                  <a:lnTo>
                    <a:pt x="776" y="6605"/>
                  </a:lnTo>
                  <a:lnTo>
                    <a:pt x="1393" y="6207"/>
                  </a:lnTo>
                  <a:lnTo>
                    <a:pt x="2387" y="5054"/>
                  </a:lnTo>
                  <a:lnTo>
                    <a:pt x="1194" y="2905"/>
                  </a:lnTo>
                  <a:cubicBezTo>
                    <a:pt x="1194" y="2905"/>
                    <a:pt x="995" y="1334"/>
                    <a:pt x="796" y="1"/>
                  </a:cubicBezTo>
                  <a:close/>
                </a:path>
              </a:pathLst>
            </a:custGeom>
            <a:solidFill>
              <a:srgbClr val="722F1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g3f0a1af8da8_0_1031"/>
            <p:cNvSpPr/>
            <p:nvPr/>
          </p:nvSpPr>
          <p:spPr>
            <a:xfrm>
              <a:off x="5654859" y="1690927"/>
              <a:ext cx="752881" cy="1339170"/>
            </a:xfrm>
            <a:custGeom>
              <a:rect b="b" l="l" r="r" t="t"/>
              <a:pathLst>
                <a:path extrusionOk="0" h="31423" w="17666">
                  <a:moveTo>
                    <a:pt x="17228" y="0"/>
                  </a:moveTo>
                  <a:cubicBezTo>
                    <a:pt x="16559" y="0"/>
                    <a:pt x="13699" y="531"/>
                    <a:pt x="13130" y="1046"/>
                  </a:cubicBezTo>
                  <a:cubicBezTo>
                    <a:pt x="12513" y="1623"/>
                    <a:pt x="7083" y="13956"/>
                    <a:pt x="7083" y="13956"/>
                  </a:cubicBezTo>
                  <a:lnTo>
                    <a:pt x="7998" y="5422"/>
                  </a:lnTo>
                  <a:lnTo>
                    <a:pt x="7998" y="5422"/>
                  </a:lnTo>
                  <a:cubicBezTo>
                    <a:pt x="7997" y="5422"/>
                    <a:pt x="4138" y="6417"/>
                    <a:pt x="4138" y="6675"/>
                  </a:cubicBezTo>
                  <a:cubicBezTo>
                    <a:pt x="4138" y="6954"/>
                    <a:pt x="1" y="24997"/>
                    <a:pt x="220" y="25952"/>
                  </a:cubicBezTo>
                  <a:cubicBezTo>
                    <a:pt x="438" y="26926"/>
                    <a:pt x="3223" y="31422"/>
                    <a:pt x="3223" y="31422"/>
                  </a:cubicBezTo>
                  <a:lnTo>
                    <a:pt x="8773" y="25653"/>
                  </a:lnTo>
                  <a:lnTo>
                    <a:pt x="10285" y="21874"/>
                  </a:lnTo>
                  <a:cubicBezTo>
                    <a:pt x="10285" y="21874"/>
                    <a:pt x="17665" y="91"/>
                    <a:pt x="17347" y="11"/>
                  </a:cubicBezTo>
                  <a:cubicBezTo>
                    <a:pt x="17324" y="4"/>
                    <a:pt x="17284" y="0"/>
                    <a:pt x="17228" y="0"/>
                  </a:cubicBezTo>
                  <a:close/>
                </a:path>
              </a:pathLst>
            </a:custGeom>
            <a:solidFill>
              <a:srgbClr val="884B2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g3f0a1af8da8_0_1031"/>
            <p:cNvSpPr/>
            <p:nvPr/>
          </p:nvSpPr>
          <p:spPr>
            <a:xfrm>
              <a:off x="5680675" y="1162375"/>
              <a:ext cx="466804" cy="521851"/>
            </a:xfrm>
            <a:custGeom>
              <a:rect b="b" l="l" r="r" t="t"/>
              <a:pathLst>
                <a:path extrusionOk="0" h="12245" w="11121">
                  <a:moveTo>
                    <a:pt x="7138" y="1"/>
                  </a:moveTo>
                  <a:cubicBezTo>
                    <a:pt x="7033" y="1"/>
                    <a:pt x="6927" y="20"/>
                    <a:pt x="6824" y="60"/>
                  </a:cubicBezTo>
                  <a:lnTo>
                    <a:pt x="3860" y="955"/>
                  </a:lnTo>
                  <a:cubicBezTo>
                    <a:pt x="3741" y="995"/>
                    <a:pt x="3641" y="1035"/>
                    <a:pt x="3542" y="1075"/>
                  </a:cubicBezTo>
                  <a:lnTo>
                    <a:pt x="677" y="2308"/>
                  </a:lnTo>
                  <a:cubicBezTo>
                    <a:pt x="240" y="2487"/>
                    <a:pt x="1" y="2984"/>
                    <a:pt x="160" y="3442"/>
                  </a:cubicBezTo>
                  <a:lnTo>
                    <a:pt x="1652" y="7560"/>
                  </a:lnTo>
                  <a:lnTo>
                    <a:pt x="3164" y="11677"/>
                  </a:lnTo>
                  <a:cubicBezTo>
                    <a:pt x="3305" y="12023"/>
                    <a:pt x="3632" y="12244"/>
                    <a:pt x="3988" y="12244"/>
                  </a:cubicBezTo>
                  <a:cubicBezTo>
                    <a:pt x="4084" y="12244"/>
                    <a:pt x="4181" y="12228"/>
                    <a:pt x="4278" y="12195"/>
                  </a:cubicBezTo>
                  <a:lnTo>
                    <a:pt x="7242" y="11299"/>
                  </a:lnTo>
                  <a:cubicBezTo>
                    <a:pt x="7361" y="11280"/>
                    <a:pt x="7461" y="11220"/>
                    <a:pt x="7580" y="11180"/>
                  </a:cubicBezTo>
                  <a:lnTo>
                    <a:pt x="10444" y="9947"/>
                  </a:lnTo>
                  <a:cubicBezTo>
                    <a:pt x="10882" y="9768"/>
                    <a:pt x="11121" y="9290"/>
                    <a:pt x="10962" y="8833"/>
                  </a:cubicBezTo>
                  <a:lnTo>
                    <a:pt x="9470" y="4715"/>
                  </a:lnTo>
                  <a:lnTo>
                    <a:pt x="7978" y="597"/>
                  </a:lnTo>
                  <a:cubicBezTo>
                    <a:pt x="7839" y="227"/>
                    <a:pt x="7497" y="1"/>
                    <a:pt x="71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g3f0a1af8da8_0_1031"/>
            <p:cNvSpPr/>
            <p:nvPr/>
          </p:nvSpPr>
          <p:spPr>
            <a:xfrm>
              <a:off x="5695559" y="1277873"/>
              <a:ext cx="284216" cy="349123"/>
            </a:xfrm>
            <a:custGeom>
              <a:rect b="b" l="l" r="r" t="t"/>
              <a:pathLst>
                <a:path extrusionOk="0" h="8192" w="6669">
                  <a:moveTo>
                    <a:pt x="3881" y="0"/>
                  </a:moveTo>
                  <a:cubicBezTo>
                    <a:pt x="3828" y="0"/>
                    <a:pt x="3774" y="11"/>
                    <a:pt x="3721" y="36"/>
                  </a:cubicBezTo>
                  <a:lnTo>
                    <a:pt x="1" y="1388"/>
                  </a:lnTo>
                  <a:lnTo>
                    <a:pt x="279" y="2184"/>
                  </a:lnTo>
                  <a:lnTo>
                    <a:pt x="4019" y="831"/>
                  </a:lnTo>
                  <a:cubicBezTo>
                    <a:pt x="4238" y="732"/>
                    <a:pt x="4337" y="493"/>
                    <a:pt x="4258" y="274"/>
                  </a:cubicBezTo>
                  <a:cubicBezTo>
                    <a:pt x="4197" y="109"/>
                    <a:pt x="4046" y="0"/>
                    <a:pt x="3881" y="0"/>
                  </a:cubicBezTo>
                  <a:close/>
                  <a:moveTo>
                    <a:pt x="4604" y="1993"/>
                  </a:moveTo>
                  <a:cubicBezTo>
                    <a:pt x="4552" y="1993"/>
                    <a:pt x="4496" y="2003"/>
                    <a:pt x="4437" y="2025"/>
                  </a:cubicBezTo>
                  <a:lnTo>
                    <a:pt x="717" y="3378"/>
                  </a:lnTo>
                  <a:lnTo>
                    <a:pt x="995" y="4173"/>
                  </a:lnTo>
                  <a:lnTo>
                    <a:pt x="4735" y="2821"/>
                  </a:lnTo>
                  <a:cubicBezTo>
                    <a:pt x="5213" y="2643"/>
                    <a:pt x="5029" y="1993"/>
                    <a:pt x="4604" y="1993"/>
                  </a:cubicBezTo>
                  <a:close/>
                  <a:moveTo>
                    <a:pt x="5326" y="3987"/>
                  </a:moveTo>
                  <a:cubicBezTo>
                    <a:pt x="5278" y="3987"/>
                    <a:pt x="5227" y="3995"/>
                    <a:pt x="5173" y="4014"/>
                  </a:cubicBezTo>
                  <a:lnTo>
                    <a:pt x="1433" y="5367"/>
                  </a:lnTo>
                  <a:lnTo>
                    <a:pt x="1731" y="6163"/>
                  </a:lnTo>
                  <a:lnTo>
                    <a:pt x="5451" y="4810"/>
                  </a:lnTo>
                  <a:cubicBezTo>
                    <a:pt x="5914" y="4614"/>
                    <a:pt x="5739" y="3987"/>
                    <a:pt x="5326" y="3987"/>
                  </a:cubicBezTo>
                  <a:close/>
                  <a:moveTo>
                    <a:pt x="6072" y="5992"/>
                  </a:moveTo>
                  <a:cubicBezTo>
                    <a:pt x="6021" y="5992"/>
                    <a:pt x="5966" y="6002"/>
                    <a:pt x="5909" y="6023"/>
                  </a:cubicBezTo>
                  <a:lnTo>
                    <a:pt x="5889" y="6003"/>
                  </a:lnTo>
                  <a:lnTo>
                    <a:pt x="2169" y="7376"/>
                  </a:lnTo>
                  <a:lnTo>
                    <a:pt x="2467" y="8192"/>
                  </a:lnTo>
                  <a:lnTo>
                    <a:pt x="6207" y="6819"/>
                  </a:lnTo>
                  <a:cubicBezTo>
                    <a:pt x="6669" y="6659"/>
                    <a:pt x="6496" y="5992"/>
                    <a:pt x="6072" y="59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g3f0a1af8da8_0_1031"/>
            <p:cNvSpPr/>
            <p:nvPr/>
          </p:nvSpPr>
          <p:spPr>
            <a:xfrm>
              <a:off x="5925057" y="1215778"/>
              <a:ext cx="207164" cy="319972"/>
            </a:xfrm>
            <a:custGeom>
              <a:rect b="b" l="l" r="r" t="t"/>
              <a:pathLst>
                <a:path extrusionOk="0" h="7508" w="4861">
                  <a:moveTo>
                    <a:pt x="2394" y="1"/>
                  </a:moveTo>
                  <a:lnTo>
                    <a:pt x="484" y="697"/>
                  </a:lnTo>
                  <a:cubicBezTo>
                    <a:pt x="1" y="858"/>
                    <a:pt x="194" y="1519"/>
                    <a:pt x="614" y="1519"/>
                  </a:cubicBezTo>
                  <a:cubicBezTo>
                    <a:pt x="661" y="1519"/>
                    <a:pt x="711" y="1510"/>
                    <a:pt x="762" y="1493"/>
                  </a:cubicBezTo>
                  <a:lnTo>
                    <a:pt x="2672" y="796"/>
                  </a:lnTo>
                  <a:lnTo>
                    <a:pt x="2394" y="1"/>
                  </a:lnTo>
                  <a:close/>
                  <a:moveTo>
                    <a:pt x="3110" y="1990"/>
                  </a:moveTo>
                  <a:lnTo>
                    <a:pt x="1200" y="2686"/>
                  </a:lnTo>
                  <a:cubicBezTo>
                    <a:pt x="981" y="2766"/>
                    <a:pt x="862" y="3024"/>
                    <a:pt x="961" y="3243"/>
                  </a:cubicBezTo>
                  <a:lnTo>
                    <a:pt x="941" y="3243"/>
                  </a:lnTo>
                  <a:cubicBezTo>
                    <a:pt x="1003" y="3411"/>
                    <a:pt x="1170" y="3509"/>
                    <a:pt x="1343" y="3509"/>
                  </a:cubicBezTo>
                  <a:cubicBezTo>
                    <a:pt x="1395" y="3509"/>
                    <a:pt x="1448" y="3500"/>
                    <a:pt x="1498" y="3482"/>
                  </a:cubicBezTo>
                  <a:lnTo>
                    <a:pt x="3408" y="2805"/>
                  </a:lnTo>
                  <a:lnTo>
                    <a:pt x="3110" y="1990"/>
                  </a:lnTo>
                  <a:close/>
                  <a:moveTo>
                    <a:pt x="3846" y="3979"/>
                  </a:moveTo>
                  <a:lnTo>
                    <a:pt x="1936" y="4675"/>
                  </a:lnTo>
                  <a:cubicBezTo>
                    <a:pt x="1697" y="4755"/>
                    <a:pt x="1598" y="5014"/>
                    <a:pt x="1677" y="5232"/>
                  </a:cubicBezTo>
                  <a:cubicBezTo>
                    <a:pt x="1739" y="5401"/>
                    <a:pt x="1894" y="5498"/>
                    <a:pt x="2071" y="5498"/>
                  </a:cubicBezTo>
                  <a:cubicBezTo>
                    <a:pt x="2124" y="5498"/>
                    <a:pt x="2179" y="5489"/>
                    <a:pt x="2234" y="5471"/>
                  </a:cubicBezTo>
                  <a:lnTo>
                    <a:pt x="4124" y="4775"/>
                  </a:lnTo>
                  <a:lnTo>
                    <a:pt x="3846" y="3979"/>
                  </a:lnTo>
                  <a:close/>
                  <a:moveTo>
                    <a:pt x="4562" y="5988"/>
                  </a:moveTo>
                  <a:lnTo>
                    <a:pt x="2652" y="6685"/>
                  </a:lnTo>
                  <a:cubicBezTo>
                    <a:pt x="2433" y="6764"/>
                    <a:pt x="2314" y="7003"/>
                    <a:pt x="2414" y="7242"/>
                  </a:cubicBezTo>
                  <a:cubicBezTo>
                    <a:pt x="2475" y="7410"/>
                    <a:pt x="2630" y="7507"/>
                    <a:pt x="2798" y="7507"/>
                  </a:cubicBezTo>
                  <a:cubicBezTo>
                    <a:pt x="2848" y="7507"/>
                    <a:pt x="2900" y="7499"/>
                    <a:pt x="2951" y="7480"/>
                  </a:cubicBezTo>
                  <a:lnTo>
                    <a:pt x="4860" y="6784"/>
                  </a:lnTo>
                  <a:lnTo>
                    <a:pt x="4562" y="598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g3f0a1af8da8_0_1031"/>
            <p:cNvSpPr/>
            <p:nvPr/>
          </p:nvSpPr>
          <p:spPr>
            <a:xfrm>
              <a:off x="5663340" y="1471827"/>
              <a:ext cx="353555" cy="504549"/>
            </a:xfrm>
            <a:custGeom>
              <a:rect b="b" l="l" r="r" t="t"/>
              <a:pathLst>
                <a:path extrusionOk="0" h="11839" w="8296">
                  <a:moveTo>
                    <a:pt x="5889" y="0"/>
                  </a:moveTo>
                  <a:cubicBezTo>
                    <a:pt x="5889" y="0"/>
                    <a:pt x="1294" y="696"/>
                    <a:pt x="1473" y="736"/>
                  </a:cubicBezTo>
                  <a:cubicBezTo>
                    <a:pt x="1652" y="796"/>
                    <a:pt x="1" y="4516"/>
                    <a:pt x="1" y="4516"/>
                  </a:cubicBezTo>
                  <a:cubicBezTo>
                    <a:pt x="717" y="7162"/>
                    <a:pt x="3939" y="11816"/>
                    <a:pt x="3939" y="11816"/>
                  </a:cubicBezTo>
                  <a:cubicBezTo>
                    <a:pt x="4037" y="11832"/>
                    <a:pt x="4140" y="11839"/>
                    <a:pt x="4246" y="11839"/>
                  </a:cubicBezTo>
                  <a:cubicBezTo>
                    <a:pt x="5679" y="11839"/>
                    <a:pt x="7799" y="10563"/>
                    <a:pt x="7799" y="10563"/>
                  </a:cubicBezTo>
                  <a:lnTo>
                    <a:pt x="7580" y="6624"/>
                  </a:lnTo>
                  <a:lnTo>
                    <a:pt x="2368" y="4496"/>
                  </a:lnTo>
                  <a:lnTo>
                    <a:pt x="2885" y="2308"/>
                  </a:lnTo>
                  <a:lnTo>
                    <a:pt x="5750" y="1293"/>
                  </a:lnTo>
                  <a:lnTo>
                    <a:pt x="6625" y="1631"/>
                  </a:lnTo>
                  <a:cubicBezTo>
                    <a:pt x="6793" y="1665"/>
                    <a:pt x="6945" y="1680"/>
                    <a:pt x="7082" y="1680"/>
                  </a:cubicBezTo>
                  <a:cubicBezTo>
                    <a:pt x="8081" y="1680"/>
                    <a:pt x="8296" y="895"/>
                    <a:pt x="8296" y="895"/>
                  </a:cubicBezTo>
                  <a:lnTo>
                    <a:pt x="5889" y="0"/>
                  </a:lnTo>
                  <a:close/>
                </a:path>
              </a:pathLst>
            </a:custGeom>
            <a:solidFill>
              <a:srgbClr val="884B2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g3f0a1af8da8_0_1031"/>
            <p:cNvSpPr/>
            <p:nvPr/>
          </p:nvSpPr>
          <p:spPr>
            <a:xfrm>
              <a:off x="5718445" y="1512528"/>
              <a:ext cx="273903" cy="164504"/>
            </a:xfrm>
            <a:custGeom>
              <a:rect b="b" l="l" r="r" t="t"/>
              <a:pathLst>
                <a:path extrusionOk="0" h="3860" w="6427">
                  <a:moveTo>
                    <a:pt x="4477" y="0"/>
                  </a:moveTo>
                  <a:lnTo>
                    <a:pt x="1373" y="657"/>
                  </a:lnTo>
                  <a:lnTo>
                    <a:pt x="1" y="3859"/>
                  </a:lnTo>
                  <a:lnTo>
                    <a:pt x="1473" y="3760"/>
                  </a:lnTo>
                  <a:lnTo>
                    <a:pt x="1532" y="3720"/>
                  </a:lnTo>
                  <a:lnTo>
                    <a:pt x="1075" y="3521"/>
                  </a:lnTo>
                  <a:lnTo>
                    <a:pt x="1592" y="1333"/>
                  </a:lnTo>
                  <a:lnTo>
                    <a:pt x="4477" y="318"/>
                  </a:lnTo>
                  <a:lnTo>
                    <a:pt x="5332" y="657"/>
                  </a:lnTo>
                  <a:cubicBezTo>
                    <a:pt x="5467" y="694"/>
                    <a:pt x="5608" y="712"/>
                    <a:pt x="5749" y="712"/>
                  </a:cubicBezTo>
                  <a:cubicBezTo>
                    <a:pt x="5982" y="712"/>
                    <a:pt x="6216" y="664"/>
                    <a:pt x="6426" y="577"/>
                  </a:cubicBezTo>
                  <a:lnTo>
                    <a:pt x="4477" y="0"/>
                  </a:lnTo>
                  <a:close/>
                </a:path>
              </a:pathLst>
            </a:custGeom>
            <a:solidFill>
              <a:srgbClr val="722F1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g3f0a1af8da8_0_1031"/>
            <p:cNvSpPr/>
            <p:nvPr/>
          </p:nvSpPr>
          <p:spPr>
            <a:xfrm>
              <a:off x="5806622" y="1723615"/>
              <a:ext cx="189094" cy="195018"/>
            </a:xfrm>
            <a:custGeom>
              <a:rect b="b" l="l" r="r" t="t"/>
              <a:pathLst>
                <a:path extrusionOk="0" h="4576" w="4437">
                  <a:moveTo>
                    <a:pt x="677" y="0"/>
                  </a:moveTo>
                  <a:lnTo>
                    <a:pt x="1" y="2666"/>
                  </a:lnTo>
                  <a:cubicBezTo>
                    <a:pt x="1" y="2666"/>
                    <a:pt x="1691" y="4158"/>
                    <a:pt x="2169" y="4198"/>
                  </a:cubicBezTo>
                  <a:cubicBezTo>
                    <a:pt x="2467" y="4198"/>
                    <a:pt x="3641" y="4417"/>
                    <a:pt x="4437" y="4576"/>
                  </a:cubicBezTo>
                  <a:lnTo>
                    <a:pt x="4218" y="716"/>
                  </a:lnTo>
                  <a:lnTo>
                    <a:pt x="3004" y="219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rgbClr val="722F1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g3f0a1af8da8_0_1031"/>
            <p:cNvSpPr/>
            <p:nvPr/>
          </p:nvSpPr>
          <p:spPr>
            <a:xfrm>
              <a:off x="5663340" y="1690969"/>
              <a:ext cx="744400" cy="1338275"/>
            </a:xfrm>
            <a:custGeom>
              <a:rect b="b" l="l" r="r" t="t"/>
              <a:pathLst>
                <a:path extrusionOk="0" h="31402" w="17467">
                  <a:moveTo>
                    <a:pt x="17037" y="1"/>
                  </a:moveTo>
                  <a:cubicBezTo>
                    <a:pt x="16627" y="1"/>
                    <a:pt x="15345" y="207"/>
                    <a:pt x="14284" y="508"/>
                  </a:cubicBezTo>
                  <a:lnTo>
                    <a:pt x="12235" y="4606"/>
                  </a:lnTo>
                  <a:lnTo>
                    <a:pt x="6844" y="14214"/>
                  </a:lnTo>
                  <a:lnTo>
                    <a:pt x="3024" y="27005"/>
                  </a:lnTo>
                  <a:lnTo>
                    <a:pt x="1" y="25851"/>
                  </a:lnTo>
                  <a:cubicBezTo>
                    <a:pt x="1" y="25871"/>
                    <a:pt x="1" y="25911"/>
                    <a:pt x="1" y="25951"/>
                  </a:cubicBezTo>
                  <a:cubicBezTo>
                    <a:pt x="219" y="26905"/>
                    <a:pt x="3024" y="31401"/>
                    <a:pt x="3024" y="31401"/>
                  </a:cubicBezTo>
                  <a:lnTo>
                    <a:pt x="8555" y="25652"/>
                  </a:lnTo>
                  <a:lnTo>
                    <a:pt x="10086" y="21873"/>
                  </a:lnTo>
                  <a:cubicBezTo>
                    <a:pt x="10086" y="21873"/>
                    <a:pt x="17466" y="90"/>
                    <a:pt x="17148" y="10"/>
                  </a:cubicBezTo>
                  <a:cubicBezTo>
                    <a:pt x="17126" y="4"/>
                    <a:pt x="17089" y="1"/>
                    <a:pt x="17037" y="1"/>
                  </a:cubicBezTo>
                  <a:close/>
                </a:path>
              </a:pathLst>
            </a:custGeom>
            <a:solidFill>
              <a:srgbClr val="722F1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g3f0a1af8da8_0_1031"/>
            <p:cNvSpPr/>
            <p:nvPr/>
          </p:nvSpPr>
          <p:spPr>
            <a:xfrm>
              <a:off x="6205101" y="1658324"/>
              <a:ext cx="914785" cy="1197126"/>
            </a:xfrm>
            <a:custGeom>
              <a:rect b="b" l="l" r="r" t="t"/>
              <a:pathLst>
                <a:path extrusionOk="0" h="28090" w="21465">
                  <a:moveTo>
                    <a:pt x="12751" y="1"/>
                  </a:moveTo>
                  <a:lnTo>
                    <a:pt x="5192" y="140"/>
                  </a:lnTo>
                  <a:cubicBezTo>
                    <a:pt x="5192" y="140"/>
                    <a:pt x="1572" y="3820"/>
                    <a:pt x="796" y="5849"/>
                  </a:cubicBezTo>
                  <a:cubicBezTo>
                    <a:pt x="0" y="7878"/>
                    <a:pt x="796" y="22877"/>
                    <a:pt x="796" y="22877"/>
                  </a:cubicBezTo>
                  <a:lnTo>
                    <a:pt x="1790" y="25344"/>
                  </a:lnTo>
                  <a:lnTo>
                    <a:pt x="11975" y="28089"/>
                  </a:lnTo>
                  <a:lnTo>
                    <a:pt x="19037" y="21326"/>
                  </a:lnTo>
                  <a:cubicBezTo>
                    <a:pt x="19037" y="21326"/>
                    <a:pt x="21464" y="7898"/>
                    <a:pt x="20649" y="5193"/>
                  </a:cubicBezTo>
                  <a:lnTo>
                    <a:pt x="16809" y="1532"/>
                  </a:lnTo>
                  <a:lnTo>
                    <a:pt x="12751" y="1"/>
                  </a:lnTo>
                  <a:close/>
                </a:path>
              </a:pathLst>
            </a:custGeom>
            <a:solidFill>
              <a:srgbClr val="884B2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g3f0a1af8da8_0_1031"/>
            <p:cNvSpPr/>
            <p:nvPr/>
          </p:nvSpPr>
          <p:spPr>
            <a:xfrm>
              <a:off x="6489107" y="1953369"/>
              <a:ext cx="217903" cy="12743"/>
            </a:xfrm>
            <a:custGeom>
              <a:rect b="b" l="l" r="r" t="t"/>
              <a:pathLst>
                <a:path extrusionOk="0" h="299" w="5113">
                  <a:moveTo>
                    <a:pt x="2188" y="0"/>
                  </a:moveTo>
                  <a:lnTo>
                    <a:pt x="0" y="299"/>
                  </a:lnTo>
                  <a:lnTo>
                    <a:pt x="5113" y="299"/>
                  </a:lnTo>
                  <a:lnTo>
                    <a:pt x="2188" y="0"/>
                  </a:lnTo>
                  <a:close/>
                </a:path>
              </a:pathLst>
            </a:custGeom>
            <a:solidFill>
              <a:srgbClr val="722F1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g3f0a1af8da8_0_1031"/>
            <p:cNvSpPr/>
            <p:nvPr/>
          </p:nvSpPr>
          <p:spPr>
            <a:xfrm>
              <a:off x="5995676" y="1663395"/>
              <a:ext cx="430735" cy="596901"/>
            </a:xfrm>
            <a:custGeom>
              <a:rect b="b" l="l" r="r" t="t"/>
              <a:pathLst>
                <a:path extrusionOk="0" h="14006" w="10107">
                  <a:moveTo>
                    <a:pt x="10106" y="1"/>
                  </a:moveTo>
                  <a:lnTo>
                    <a:pt x="10106" y="1"/>
                  </a:lnTo>
                  <a:cubicBezTo>
                    <a:pt x="10106" y="1"/>
                    <a:pt x="9808" y="299"/>
                    <a:pt x="9350" y="797"/>
                  </a:cubicBezTo>
                  <a:cubicBezTo>
                    <a:pt x="9370" y="697"/>
                    <a:pt x="9370" y="657"/>
                    <a:pt x="9350" y="657"/>
                  </a:cubicBezTo>
                  <a:cubicBezTo>
                    <a:pt x="9332" y="652"/>
                    <a:pt x="9301" y="650"/>
                    <a:pt x="9257" y="650"/>
                  </a:cubicBezTo>
                  <a:cubicBezTo>
                    <a:pt x="8961" y="650"/>
                    <a:pt x="8111" y="765"/>
                    <a:pt x="7261" y="956"/>
                  </a:cubicBezTo>
                  <a:lnTo>
                    <a:pt x="5710" y="3860"/>
                  </a:lnTo>
                  <a:lnTo>
                    <a:pt x="1" y="14005"/>
                  </a:lnTo>
                  <a:lnTo>
                    <a:pt x="6386" y="6347"/>
                  </a:lnTo>
                  <a:cubicBezTo>
                    <a:pt x="6386" y="6347"/>
                    <a:pt x="7361" y="6566"/>
                    <a:pt x="7480" y="6566"/>
                  </a:cubicBezTo>
                  <a:cubicBezTo>
                    <a:pt x="7699" y="6665"/>
                    <a:pt x="7918" y="6804"/>
                    <a:pt x="8097" y="6963"/>
                  </a:cubicBezTo>
                  <a:cubicBezTo>
                    <a:pt x="8077" y="6804"/>
                    <a:pt x="8017" y="6665"/>
                    <a:pt x="7918" y="6546"/>
                  </a:cubicBezTo>
                  <a:cubicBezTo>
                    <a:pt x="7699" y="6406"/>
                    <a:pt x="7460" y="6307"/>
                    <a:pt x="7222" y="6227"/>
                  </a:cubicBezTo>
                  <a:cubicBezTo>
                    <a:pt x="6903" y="6108"/>
                    <a:pt x="6605" y="5989"/>
                    <a:pt x="6605" y="5989"/>
                  </a:cubicBezTo>
                  <a:lnTo>
                    <a:pt x="7222" y="5631"/>
                  </a:lnTo>
                  <a:lnTo>
                    <a:pt x="10106" y="1"/>
                  </a:lnTo>
                  <a:close/>
                </a:path>
              </a:pathLst>
            </a:custGeom>
            <a:solidFill>
              <a:srgbClr val="722F1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g3f0a1af8da8_0_1031"/>
            <p:cNvSpPr/>
            <p:nvPr/>
          </p:nvSpPr>
          <p:spPr>
            <a:xfrm>
              <a:off x="6757857" y="1992364"/>
              <a:ext cx="330669" cy="757952"/>
            </a:xfrm>
            <a:custGeom>
              <a:rect b="b" l="l" r="r" t="t"/>
              <a:pathLst>
                <a:path extrusionOk="0" h="17785" w="7759">
                  <a:moveTo>
                    <a:pt x="3581" y="0"/>
                  </a:moveTo>
                  <a:lnTo>
                    <a:pt x="0" y="697"/>
                  </a:lnTo>
                  <a:lnTo>
                    <a:pt x="1373" y="13905"/>
                  </a:lnTo>
                  <a:lnTo>
                    <a:pt x="1572" y="17784"/>
                  </a:lnTo>
                  <a:lnTo>
                    <a:pt x="6067" y="13488"/>
                  </a:lnTo>
                  <a:cubicBezTo>
                    <a:pt x="6067" y="13488"/>
                    <a:pt x="7380" y="6247"/>
                    <a:pt x="7758" y="1333"/>
                  </a:cubicBezTo>
                  <a:lnTo>
                    <a:pt x="3581" y="0"/>
                  </a:lnTo>
                  <a:close/>
                </a:path>
              </a:pathLst>
            </a:custGeom>
            <a:solidFill>
              <a:srgbClr val="722F1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g3f0a1af8da8_0_1031"/>
            <p:cNvSpPr/>
            <p:nvPr/>
          </p:nvSpPr>
          <p:spPr>
            <a:xfrm>
              <a:off x="5551425" y="1632881"/>
              <a:ext cx="474802" cy="4034641"/>
            </a:xfrm>
            <a:custGeom>
              <a:rect b="b" l="l" r="r" t="t"/>
              <a:pathLst>
                <a:path extrusionOk="0" h="94671" w="11141">
                  <a:moveTo>
                    <a:pt x="11141" y="1"/>
                  </a:moveTo>
                  <a:lnTo>
                    <a:pt x="10226" y="259"/>
                  </a:lnTo>
                  <a:lnTo>
                    <a:pt x="9808" y="3243"/>
                  </a:lnTo>
                  <a:lnTo>
                    <a:pt x="1" y="94670"/>
                  </a:lnTo>
                  <a:lnTo>
                    <a:pt x="995" y="94670"/>
                  </a:lnTo>
                  <a:lnTo>
                    <a:pt x="111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g3f0a1af8da8_0_1031"/>
            <p:cNvSpPr/>
            <p:nvPr/>
          </p:nvSpPr>
          <p:spPr>
            <a:xfrm>
              <a:off x="5787955" y="3112282"/>
              <a:ext cx="78885" cy="353555"/>
            </a:xfrm>
            <a:custGeom>
              <a:rect b="b" l="l" r="r" t="t"/>
              <a:pathLst>
                <a:path extrusionOk="0" h="8296" w="1851">
                  <a:moveTo>
                    <a:pt x="896" y="1"/>
                  </a:moveTo>
                  <a:lnTo>
                    <a:pt x="1" y="8296"/>
                  </a:lnTo>
                  <a:lnTo>
                    <a:pt x="1015" y="7958"/>
                  </a:lnTo>
                  <a:lnTo>
                    <a:pt x="1851" y="140"/>
                  </a:lnTo>
                  <a:lnTo>
                    <a:pt x="896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g3f0a1af8da8_0_1031"/>
            <p:cNvSpPr/>
            <p:nvPr/>
          </p:nvSpPr>
          <p:spPr>
            <a:xfrm>
              <a:off x="5957532" y="1632881"/>
              <a:ext cx="68699" cy="285750"/>
            </a:xfrm>
            <a:custGeom>
              <a:rect b="b" l="l" r="r" t="t"/>
              <a:pathLst>
                <a:path extrusionOk="0" h="6705" w="1612">
                  <a:moveTo>
                    <a:pt x="1612" y="1"/>
                  </a:moveTo>
                  <a:lnTo>
                    <a:pt x="697" y="259"/>
                  </a:lnTo>
                  <a:lnTo>
                    <a:pt x="279" y="3243"/>
                  </a:lnTo>
                  <a:lnTo>
                    <a:pt x="0" y="5949"/>
                  </a:lnTo>
                  <a:lnTo>
                    <a:pt x="896" y="6705"/>
                  </a:lnTo>
                  <a:lnTo>
                    <a:pt x="1612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g3f0a1af8da8_0_1031"/>
            <p:cNvSpPr/>
            <p:nvPr/>
          </p:nvSpPr>
          <p:spPr>
            <a:xfrm>
              <a:off x="5965161" y="1663395"/>
              <a:ext cx="1572671" cy="3906618"/>
            </a:xfrm>
            <a:custGeom>
              <a:rect b="b" l="l" r="r" t="t"/>
              <a:pathLst>
                <a:path extrusionOk="0" h="91667" w="36902">
                  <a:moveTo>
                    <a:pt x="10822" y="1"/>
                  </a:moveTo>
                  <a:lnTo>
                    <a:pt x="8455" y="856"/>
                  </a:lnTo>
                  <a:cubicBezTo>
                    <a:pt x="8455" y="856"/>
                    <a:pt x="876" y="13906"/>
                    <a:pt x="398" y="15398"/>
                  </a:cubicBezTo>
                  <a:cubicBezTo>
                    <a:pt x="0" y="16591"/>
                    <a:pt x="816" y="24529"/>
                    <a:pt x="2427" y="31093"/>
                  </a:cubicBezTo>
                  <a:lnTo>
                    <a:pt x="3880" y="38235"/>
                  </a:lnTo>
                  <a:cubicBezTo>
                    <a:pt x="4695" y="48579"/>
                    <a:pt x="7719" y="83769"/>
                    <a:pt x="11379" y="91667"/>
                  </a:cubicBezTo>
                  <a:lnTo>
                    <a:pt x="32306" y="85480"/>
                  </a:lnTo>
                  <a:cubicBezTo>
                    <a:pt x="32306" y="85480"/>
                    <a:pt x="36901" y="61589"/>
                    <a:pt x="36126" y="58326"/>
                  </a:cubicBezTo>
                  <a:cubicBezTo>
                    <a:pt x="35489" y="55661"/>
                    <a:pt x="26060" y="43347"/>
                    <a:pt x="22539" y="38772"/>
                  </a:cubicBezTo>
                  <a:lnTo>
                    <a:pt x="21405" y="36385"/>
                  </a:lnTo>
                  <a:lnTo>
                    <a:pt x="22161" y="32724"/>
                  </a:lnTo>
                  <a:cubicBezTo>
                    <a:pt x="22857" y="29661"/>
                    <a:pt x="23792" y="25384"/>
                    <a:pt x="24647" y="21207"/>
                  </a:cubicBezTo>
                  <a:lnTo>
                    <a:pt x="24647" y="21207"/>
                  </a:lnTo>
                  <a:cubicBezTo>
                    <a:pt x="24647" y="21207"/>
                    <a:pt x="22681" y="22833"/>
                    <a:pt x="21220" y="22833"/>
                  </a:cubicBezTo>
                  <a:cubicBezTo>
                    <a:pt x="21026" y="22833"/>
                    <a:pt x="20840" y="22804"/>
                    <a:pt x="20669" y="22738"/>
                  </a:cubicBezTo>
                  <a:cubicBezTo>
                    <a:pt x="19237" y="22201"/>
                    <a:pt x="17924" y="10345"/>
                    <a:pt x="18620" y="7341"/>
                  </a:cubicBezTo>
                  <a:cubicBezTo>
                    <a:pt x="18620" y="7341"/>
                    <a:pt x="18620" y="7321"/>
                    <a:pt x="18620" y="7321"/>
                  </a:cubicBezTo>
                  <a:cubicBezTo>
                    <a:pt x="18958" y="4716"/>
                    <a:pt x="21186" y="4159"/>
                    <a:pt x="21763" y="3960"/>
                  </a:cubicBezTo>
                  <a:cubicBezTo>
                    <a:pt x="22223" y="3801"/>
                    <a:pt x="22665" y="3733"/>
                    <a:pt x="23084" y="3733"/>
                  </a:cubicBezTo>
                  <a:cubicBezTo>
                    <a:pt x="24406" y="3733"/>
                    <a:pt x="25509" y="4409"/>
                    <a:pt x="26279" y="5074"/>
                  </a:cubicBezTo>
                  <a:cubicBezTo>
                    <a:pt x="26179" y="4716"/>
                    <a:pt x="26060" y="4397"/>
                    <a:pt x="25921" y="4079"/>
                  </a:cubicBezTo>
                  <a:cubicBezTo>
                    <a:pt x="25582" y="3482"/>
                    <a:pt x="22439" y="1413"/>
                    <a:pt x="22439" y="1413"/>
                  </a:cubicBezTo>
                  <a:cubicBezTo>
                    <a:pt x="22439" y="1413"/>
                    <a:pt x="19376" y="2547"/>
                    <a:pt x="18580" y="3741"/>
                  </a:cubicBezTo>
                  <a:cubicBezTo>
                    <a:pt x="17804" y="4914"/>
                    <a:pt x="14920" y="11360"/>
                    <a:pt x="7062" y="15657"/>
                  </a:cubicBezTo>
                  <a:cubicBezTo>
                    <a:pt x="7062" y="15657"/>
                    <a:pt x="5173" y="11519"/>
                    <a:pt x="6406" y="7341"/>
                  </a:cubicBezTo>
                  <a:cubicBezTo>
                    <a:pt x="7659" y="3144"/>
                    <a:pt x="10822" y="1"/>
                    <a:pt x="108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g3f0a1af8da8_0_1031"/>
            <p:cNvSpPr/>
            <p:nvPr/>
          </p:nvSpPr>
          <p:spPr>
            <a:xfrm>
              <a:off x="6035523" y="1664248"/>
              <a:ext cx="390035" cy="547720"/>
            </a:xfrm>
            <a:custGeom>
              <a:rect b="b" l="l" r="r" t="t"/>
              <a:pathLst>
                <a:path extrusionOk="0" h="12852" w="9152">
                  <a:moveTo>
                    <a:pt x="9151" y="1"/>
                  </a:moveTo>
                  <a:lnTo>
                    <a:pt x="6804" y="836"/>
                  </a:lnTo>
                  <a:cubicBezTo>
                    <a:pt x="6804" y="836"/>
                    <a:pt x="3820" y="5969"/>
                    <a:pt x="1473" y="10166"/>
                  </a:cubicBezTo>
                  <a:cubicBezTo>
                    <a:pt x="1313" y="10464"/>
                    <a:pt x="1154" y="10763"/>
                    <a:pt x="975" y="11041"/>
                  </a:cubicBezTo>
                  <a:lnTo>
                    <a:pt x="955" y="11121"/>
                  </a:lnTo>
                  <a:cubicBezTo>
                    <a:pt x="856" y="11280"/>
                    <a:pt x="776" y="11419"/>
                    <a:pt x="697" y="11578"/>
                  </a:cubicBezTo>
                  <a:lnTo>
                    <a:pt x="498" y="11917"/>
                  </a:lnTo>
                  <a:cubicBezTo>
                    <a:pt x="339" y="12255"/>
                    <a:pt x="160" y="12553"/>
                    <a:pt x="1" y="12852"/>
                  </a:cubicBezTo>
                  <a:lnTo>
                    <a:pt x="4854" y="7023"/>
                  </a:lnTo>
                  <a:cubicBezTo>
                    <a:pt x="5232" y="5909"/>
                    <a:pt x="5710" y="4835"/>
                    <a:pt x="6307" y="3820"/>
                  </a:cubicBezTo>
                  <a:cubicBezTo>
                    <a:pt x="6366" y="3721"/>
                    <a:pt x="6426" y="3641"/>
                    <a:pt x="6466" y="3542"/>
                  </a:cubicBezTo>
                  <a:cubicBezTo>
                    <a:pt x="6585" y="3363"/>
                    <a:pt x="6704" y="3184"/>
                    <a:pt x="6804" y="3005"/>
                  </a:cubicBezTo>
                  <a:cubicBezTo>
                    <a:pt x="6864" y="2925"/>
                    <a:pt x="6923" y="2826"/>
                    <a:pt x="6983" y="2746"/>
                  </a:cubicBezTo>
                  <a:cubicBezTo>
                    <a:pt x="7202" y="2428"/>
                    <a:pt x="7421" y="2109"/>
                    <a:pt x="7619" y="1831"/>
                  </a:cubicBezTo>
                  <a:lnTo>
                    <a:pt x="7918" y="1433"/>
                  </a:lnTo>
                  <a:cubicBezTo>
                    <a:pt x="8077" y="1234"/>
                    <a:pt x="8216" y="1075"/>
                    <a:pt x="8336" y="916"/>
                  </a:cubicBezTo>
                  <a:lnTo>
                    <a:pt x="8535" y="697"/>
                  </a:lnTo>
                  <a:cubicBezTo>
                    <a:pt x="8614" y="578"/>
                    <a:pt x="8714" y="478"/>
                    <a:pt x="8793" y="399"/>
                  </a:cubicBezTo>
                  <a:lnTo>
                    <a:pt x="8873" y="299"/>
                  </a:lnTo>
                  <a:cubicBezTo>
                    <a:pt x="8932" y="240"/>
                    <a:pt x="8972" y="180"/>
                    <a:pt x="9032" y="140"/>
                  </a:cubicBezTo>
                  <a:cubicBezTo>
                    <a:pt x="9032" y="120"/>
                    <a:pt x="9052" y="100"/>
                    <a:pt x="9072" y="80"/>
                  </a:cubicBezTo>
                  <a:lnTo>
                    <a:pt x="9111" y="41"/>
                  </a:lnTo>
                  <a:lnTo>
                    <a:pt x="91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g3f0a1af8da8_0_1031"/>
            <p:cNvSpPr/>
            <p:nvPr/>
          </p:nvSpPr>
          <p:spPr>
            <a:xfrm>
              <a:off x="6105033" y="2567154"/>
              <a:ext cx="1420058" cy="2320395"/>
            </a:xfrm>
            <a:custGeom>
              <a:rect b="b" l="l" r="r" t="t"/>
              <a:pathLst>
                <a:path extrusionOk="0" h="54447" w="33321">
                  <a:moveTo>
                    <a:pt x="21365" y="1"/>
                  </a:moveTo>
                  <a:lnTo>
                    <a:pt x="21365" y="1"/>
                  </a:lnTo>
                  <a:cubicBezTo>
                    <a:pt x="21365" y="1"/>
                    <a:pt x="19399" y="1627"/>
                    <a:pt x="17938" y="1627"/>
                  </a:cubicBezTo>
                  <a:cubicBezTo>
                    <a:pt x="17744" y="1627"/>
                    <a:pt x="17558" y="1598"/>
                    <a:pt x="17387" y="1532"/>
                  </a:cubicBezTo>
                  <a:cubicBezTo>
                    <a:pt x="17148" y="1453"/>
                    <a:pt x="16929" y="1035"/>
                    <a:pt x="16691" y="418"/>
                  </a:cubicBezTo>
                  <a:cubicBezTo>
                    <a:pt x="16691" y="418"/>
                    <a:pt x="12792" y="5630"/>
                    <a:pt x="12016" y="6128"/>
                  </a:cubicBezTo>
                  <a:cubicBezTo>
                    <a:pt x="11797" y="6268"/>
                    <a:pt x="11291" y="6321"/>
                    <a:pt x="10658" y="6321"/>
                  </a:cubicBezTo>
                  <a:cubicBezTo>
                    <a:pt x="9049" y="6321"/>
                    <a:pt x="6622" y="5978"/>
                    <a:pt x="6008" y="5849"/>
                  </a:cubicBezTo>
                  <a:cubicBezTo>
                    <a:pt x="5173" y="5650"/>
                    <a:pt x="2289" y="2766"/>
                    <a:pt x="2288" y="2766"/>
                  </a:cubicBezTo>
                  <a:lnTo>
                    <a:pt x="2288" y="2766"/>
                  </a:lnTo>
                  <a:lnTo>
                    <a:pt x="4437" y="7401"/>
                  </a:lnTo>
                  <a:lnTo>
                    <a:pt x="12155" y="11459"/>
                  </a:lnTo>
                  <a:cubicBezTo>
                    <a:pt x="12155" y="11459"/>
                    <a:pt x="6496" y="13946"/>
                    <a:pt x="6213" y="13946"/>
                  </a:cubicBezTo>
                  <a:cubicBezTo>
                    <a:pt x="6211" y="13946"/>
                    <a:pt x="6209" y="13946"/>
                    <a:pt x="6207" y="13945"/>
                  </a:cubicBezTo>
                  <a:cubicBezTo>
                    <a:pt x="6180" y="13940"/>
                    <a:pt x="6073" y="13937"/>
                    <a:pt x="5904" y="13937"/>
                  </a:cubicBezTo>
                  <a:cubicBezTo>
                    <a:pt x="4852" y="13937"/>
                    <a:pt x="1407" y="14033"/>
                    <a:pt x="1" y="14085"/>
                  </a:cubicBezTo>
                  <a:lnTo>
                    <a:pt x="598" y="17069"/>
                  </a:lnTo>
                  <a:cubicBezTo>
                    <a:pt x="657" y="17745"/>
                    <a:pt x="717" y="18521"/>
                    <a:pt x="796" y="19376"/>
                  </a:cubicBezTo>
                  <a:lnTo>
                    <a:pt x="8694" y="18740"/>
                  </a:lnTo>
                  <a:lnTo>
                    <a:pt x="14980" y="19018"/>
                  </a:lnTo>
                  <a:lnTo>
                    <a:pt x="7461" y="23792"/>
                  </a:lnTo>
                  <a:lnTo>
                    <a:pt x="16273" y="20550"/>
                  </a:lnTo>
                  <a:lnTo>
                    <a:pt x="29442" y="38712"/>
                  </a:lnTo>
                  <a:lnTo>
                    <a:pt x="30815" y="54447"/>
                  </a:lnTo>
                  <a:cubicBezTo>
                    <a:pt x="31948" y="47863"/>
                    <a:pt x="33321" y="39110"/>
                    <a:pt x="32844" y="37120"/>
                  </a:cubicBezTo>
                  <a:cubicBezTo>
                    <a:pt x="32207" y="34455"/>
                    <a:pt x="22778" y="22141"/>
                    <a:pt x="19257" y="17566"/>
                  </a:cubicBezTo>
                  <a:lnTo>
                    <a:pt x="18123" y="15179"/>
                  </a:lnTo>
                  <a:lnTo>
                    <a:pt x="18879" y="11518"/>
                  </a:lnTo>
                  <a:cubicBezTo>
                    <a:pt x="19575" y="8455"/>
                    <a:pt x="20510" y="4178"/>
                    <a:pt x="213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g3f0a1af8da8_0_1031"/>
            <p:cNvSpPr/>
            <p:nvPr/>
          </p:nvSpPr>
          <p:spPr>
            <a:xfrm>
              <a:off x="5970233" y="2334033"/>
              <a:ext cx="177246" cy="758805"/>
            </a:xfrm>
            <a:custGeom>
              <a:rect b="b" l="l" r="r" t="t"/>
              <a:pathLst>
                <a:path extrusionOk="0" h="17805" w="4159">
                  <a:moveTo>
                    <a:pt x="220" y="0"/>
                  </a:moveTo>
                  <a:lnTo>
                    <a:pt x="220" y="0"/>
                  </a:lnTo>
                  <a:cubicBezTo>
                    <a:pt x="1" y="1950"/>
                    <a:pt x="816" y="9250"/>
                    <a:pt x="2308" y="15377"/>
                  </a:cubicBezTo>
                  <a:lnTo>
                    <a:pt x="2806" y="17804"/>
                  </a:lnTo>
                  <a:lnTo>
                    <a:pt x="3542" y="13269"/>
                  </a:lnTo>
                  <a:lnTo>
                    <a:pt x="4158" y="7002"/>
                  </a:lnTo>
                  <a:cubicBezTo>
                    <a:pt x="2647" y="5570"/>
                    <a:pt x="498" y="676"/>
                    <a:pt x="2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g3f0a1af8da8_0_1031"/>
            <p:cNvSpPr/>
            <p:nvPr/>
          </p:nvSpPr>
          <p:spPr>
            <a:xfrm>
              <a:off x="5871060" y="1822744"/>
              <a:ext cx="1847341" cy="1619337"/>
            </a:xfrm>
            <a:custGeom>
              <a:rect b="b" l="l" r="r" t="t"/>
              <a:pathLst>
                <a:path extrusionOk="0" h="37997" w="43347">
                  <a:moveTo>
                    <a:pt x="25280" y="1"/>
                  </a:moveTo>
                  <a:cubicBezTo>
                    <a:pt x="24864" y="1"/>
                    <a:pt x="24427" y="67"/>
                    <a:pt x="23971" y="221"/>
                  </a:cubicBezTo>
                  <a:cubicBezTo>
                    <a:pt x="23116" y="519"/>
                    <a:pt x="18540" y="1633"/>
                    <a:pt x="22161" y="9172"/>
                  </a:cubicBezTo>
                  <a:lnTo>
                    <a:pt x="32664" y="27692"/>
                  </a:lnTo>
                  <a:lnTo>
                    <a:pt x="11916" y="30915"/>
                  </a:lnTo>
                  <a:lnTo>
                    <a:pt x="6446" y="27871"/>
                  </a:lnTo>
                  <a:lnTo>
                    <a:pt x="2785" y="26817"/>
                  </a:lnTo>
                  <a:lnTo>
                    <a:pt x="239" y="24748"/>
                  </a:lnTo>
                  <a:lnTo>
                    <a:pt x="0" y="26738"/>
                  </a:lnTo>
                  <a:lnTo>
                    <a:pt x="4894" y="30418"/>
                  </a:lnTo>
                  <a:lnTo>
                    <a:pt x="7162" y="37997"/>
                  </a:lnTo>
                  <a:lnTo>
                    <a:pt x="13249" y="35729"/>
                  </a:lnTo>
                  <a:cubicBezTo>
                    <a:pt x="13249" y="35729"/>
                    <a:pt x="41437" y="34078"/>
                    <a:pt x="42054" y="33819"/>
                  </a:cubicBezTo>
                  <a:cubicBezTo>
                    <a:pt x="42650" y="33541"/>
                    <a:pt x="43347" y="32447"/>
                    <a:pt x="42471" y="30338"/>
                  </a:cubicBezTo>
                  <a:cubicBezTo>
                    <a:pt x="41616" y="28230"/>
                    <a:pt x="29640" y="2588"/>
                    <a:pt x="29640" y="2588"/>
                  </a:cubicBezTo>
                  <a:cubicBezTo>
                    <a:pt x="29640" y="2588"/>
                    <a:pt x="27881" y="1"/>
                    <a:pt x="25280" y="1"/>
                  </a:cubicBezTo>
                  <a:close/>
                </a:path>
              </a:pathLst>
            </a:custGeom>
            <a:solidFill>
              <a:srgbClr val="884B2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g3f0a1af8da8_0_1031"/>
            <p:cNvSpPr/>
            <p:nvPr/>
          </p:nvSpPr>
          <p:spPr>
            <a:xfrm>
              <a:off x="5870208" y="2962223"/>
              <a:ext cx="260308" cy="134842"/>
            </a:xfrm>
            <a:custGeom>
              <a:rect b="b" l="l" r="r" t="t"/>
              <a:pathLst>
                <a:path extrusionOk="0" h="3164" w="6108">
                  <a:moveTo>
                    <a:pt x="0" y="1"/>
                  </a:moveTo>
                  <a:lnTo>
                    <a:pt x="4198" y="3164"/>
                  </a:lnTo>
                  <a:lnTo>
                    <a:pt x="6108" y="2766"/>
                  </a:lnTo>
                  <a:lnTo>
                    <a:pt x="4019" y="13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22F1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g3f0a1af8da8_0_1031"/>
            <p:cNvSpPr/>
            <p:nvPr/>
          </p:nvSpPr>
          <p:spPr>
            <a:xfrm>
              <a:off x="5662488" y="3080062"/>
              <a:ext cx="484987" cy="133989"/>
            </a:xfrm>
            <a:custGeom>
              <a:rect b="b" l="l" r="r" t="t"/>
              <a:pathLst>
                <a:path extrusionOk="0" h="3144" w="11380">
                  <a:moveTo>
                    <a:pt x="10982" y="1"/>
                  </a:moveTo>
                  <a:lnTo>
                    <a:pt x="3303" y="40"/>
                  </a:lnTo>
                  <a:lnTo>
                    <a:pt x="41" y="2388"/>
                  </a:lnTo>
                  <a:cubicBezTo>
                    <a:pt x="41" y="2388"/>
                    <a:pt x="1" y="3144"/>
                    <a:pt x="279" y="3144"/>
                  </a:cubicBezTo>
                  <a:cubicBezTo>
                    <a:pt x="578" y="3144"/>
                    <a:pt x="3522" y="1612"/>
                    <a:pt x="3522" y="1612"/>
                  </a:cubicBezTo>
                  <a:lnTo>
                    <a:pt x="11379" y="2189"/>
                  </a:lnTo>
                  <a:lnTo>
                    <a:pt x="10982" y="1"/>
                  </a:lnTo>
                  <a:close/>
                </a:path>
              </a:pathLst>
            </a:custGeom>
            <a:solidFill>
              <a:srgbClr val="884B2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g3f0a1af8da8_0_1031"/>
            <p:cNvSpPr/>
            <p:nvPr/>
          </p:nvSpPr>
          <p:spPr>
            <a:xfrm>
              <a:off x="5725221" y="3131801"/>
              <a:ext cx="512944" cy="367959"/>
            </a:xfrm>
            <a:custGeom>
              <a:rect b="b" l="l" r="r" t="t"/>
              <a:pathLst>
                <a:path extrusionOk="0" h="8634" w="12036">
                  <a:moveTo>
                    <a:pt x="9291" y="0"/>
                  </a:moveTo>
                  <a:cubicBezTo>
                    <a:pt x="9171" y="0"/>
                    <a:pt x="1194" y="1731"/>
                    <a:pt x="1194" y="1731"/>
                  </a:cubicBezTo>
                  <a:cubicBezTo>
                    <a:pt x="1194" y="1731"/>
                    <a:pt x="757" y="3342"/>
                    <a:pt x="916" y="3820"/>
                  </a:cubicBezTo>
                  <a:cubicBezTo>
                    <a:pt x="916" y="3820"/>
                    <a:pt x="558" y="4436"/>
                    <a:pt x="697" y="4914"/>
                  </a:cubicBezTo>
                  <a:cubicBezTo>
                    <a:pt x="836" y="5331"/>
                    <a:pt x="1015" y="5749"/>
                    <a:pt x="1214" y="6147"/>
                  </a:cubicBezTo>
                  <a:lnTo>
                    <a:pt x="5790" y="5172"/>
                  </a:lnTo>
                  <a:lnTo>
                    <a:pt x="1" y="7281"/>
                  </a:lnTo>
                  <a:cubicBezTo>
                    <a:pt x="1" y="7281"/>
                    <a:pt x="120" y="8494"/>
                    <a:pt x="558" y="8634"/>
                  </a:cubicBezTo>
                  <a:lnTo>
                    <a:pt x="5571" y="7062"/>
                  </a:lnTo>
                  <a:lnTo>
                    <a:pt x="10544" y="7281"/>
                  </a:lnTo>
                  <a:lnTo>
                    <a:pt x="12036" y="3263"/>
                  </a:lnTo>
                  <a:lnTo>
                    <a:pt x="10862" y="2308"/>
                  </a:lnTo>
                  <a:lnTo>
                    <a:pt x="916" y="3820"/>
                  </a:lnTo>
                  <a:lnTo>
                    <a:pt x="916" y="3820"/>
                  </a:lnTo>
                  <a:lnTo>
                    <a:pt x="11757" y="2149"/>
                  </a:lnTo>
                  <a:lnTo>
                    <a:pt x="9291" y="0"/>
                  </a:lnTo>
                  <a:close/>
                </a:path>
              </a:pathLst>
            </a:custGeom>
            <a:solidFill>
              <a:srgbClr val="884B2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g3f0a1af8da8_0_1031"/>
            <p:cNvSpPr/>
            <p:nvPr/>
          </p:nvSpPr>
          <p:spPr>
            <a:xfrm>
              <a:off x="5761702" y="3242863"/>
              <a:ext cx="333226" cy="52590"/>
            </a:xfrm>
            <a:custGeom>
              <a:rect b="b" l="l" r="r" t="t"/>
              <a:pathLst>
                <a:path extrusionOk="0" h="1234" w="7819">
                  <a:moveTo>
                    <a:pt x="7818" y="0"/>
                  </a:moveTo>
                  <a:lnTo>
                    <a:pt x="60" y="537"/>
                  </a:lnTo>
                  <a:cubicBezTo>
                    <a:pt x="0" y="756"/>
                    <a:pt x="20" y="995"/>
                    <a:pt x="60" y="1233"/>
                  </a:cubicBezTo>
                  <a:lnTo>
                    <a:pt x="7818" y="0"/>
                  </a:lnTo>
                  <a:close/>
                </a:path>
              </a:pathLst>
            </a:custGeom>
            <a:solidFill>
              <a:srgbClr val="722F1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g3f0a1af8da8_0_1031"/>
            <p:cNvSpPr/>
            <p:nvPr/>
          </p:nvSpPr>
          <p:spPr>
            <a:xfrm>
              <a:off x="5812546" y="3131801"/>
              <a:ext cx="308636" cy="28852"/>
            </a:xfrm>
            <a:custGeom>
              <a:rect b="b" l="l" r="r" t="t"/>
              <a:pathLst>
                <a:path extrusionOk="0" h="677" w="7242">
                  <a:moveTo>
                    <a:pt x="7242" y="0"/>
                  </a:moveTo>
                  <a:lnTo>
                    <a:pt x="1" y="398"/>
                  </a:lnTo>
                  <a:lnTo>
                    <a:pt x="4059" y="677"/>
                  </a:lnTo>
                  <a:lnTo>
                    <a:pt x="7242" y="0"/>
                  </a:lnTo>
                  <a:close/>
                </a:path>
              </a:pathLst>
            </a:custGeom>
            <a:solidFill>
              <a:srgbClr val="722F1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g3f0a1af8da8_0_1031"/>
            <p:cNvSpPr/>
            <p:nvPr/>
          </p:nvSpPr>
          <p:spPr>
            <a:xfrm>
              <a:off x="5718445" y="1605776"/>
              <a:ext cx="360374" cy="132327"/>
            </a:xfrm>
            <a:custGeom>
              <a:rect b="b" l="l" r="r" t="t"/>
              <a:pathLst>
                <a:path extrusionOk="0" h="3105" w="8456">
                  <a:moveTo>
                    <a:pt x="3243" y="0"/>
                  </a:moveTo>
                  <a:lnTo>
                    <a:pt x="1" y="1671"/>
                  </a:lnTo>
                  <a:cubicBezTo>
                    <a:pt x="1" y="1671"/>
                    <a:pt x="795" y="3104"/>
                    <a:pt x="1064" y="3104"/>
                  </a:cubicBezTo>
                  <a:cubicBezTo>
                    <a:pt x="1068" y="3104"/>
                    <a:pt x="1071" y="3104"/>
                    <a:pt x="1075" y="3104"/>
                  </a:cubicBezTo>
                  <a:cubicBezTo>
                    <a:pt x="1333" y="3084"/>
                    <a:pt x="3363" y="1572"/>
                    <a:pt x="3363" y="1572"/>
                  </a:cubicBezTo>
                  <a:cubicBezTo>
                    <a:pt x="3363" y="1572"/>
                    <a:pt x="7083" y="2289"/>
                    <a:pt x="7495" y="2289"/>
                  </a:cubicBezTo>
                  <a:cubicBezTo>
                    <a:pt x="7505" y="2289"/>
                    <a:pt x="7514" y="2289"/>
                    <a:pt x="7520" y="2288"/>
                  </a:cubicBezTo>
                  <a:cubicBezTo>
                    <a:pt x="7739" y="2248"/>
                    <a:pt x="8455" y="1015"/>
                    <a:pt x="8455" y="1015"/>
                  </a:cubicBezTo>
                  <a:lnTo>
                    <a:pt x="8455" y="1015"/>
                  </a:lnTo>
                  <a:cubicBezTo>
                    <a:pt x="8403" y="1023"/>
                    <a:pt x="8340" y="1026"/>
                    <a:pt x="8267" y="1026"/>
                  </a:cubicBezTo>
                  <a:cubicBezTo>
                    <a:pt x="7065" y="1026"/>
                    <a:pt x="3243" y="0"/>
                    <a:pt x="3243" y="0"/>
                  </a:cubicBezTo>
                  <a:close/>
                </a:path>
              </a:pathLst>
            </a:custGeom>
            <a:solidFill>
              <a:srgbClr val="884B2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g3f0a1af8da8_0_1031"/>
            <p:cNvSpPr/>
            <p:nvPr/>
          </p:nvSpPr>
          <p:spPr>
            <a:xfrm>
              <a:off x="5748960" y="1648138"/>
              <a:ext cx="316264" cy="90008"/>
            </a:xfrm>
            <a:custGeom>
              <a:rect b="b" l="l" r="r" t="t"/>
              <a:pathLst>
                <a:path extrusionOk="0" h="2112" w="7421">
                  <a:moveTo>
                    <a:pt x="2647" y="1"/>
                  </a:moveTo>
                  <a:lnTo>
                    <a:pt x="1" y="1811"/>
                  </a:lnTo>
                  <a:cubicBezTo>
                    <a:pt x="131" y="1979"/>
                    <a:pt x="261" y="2111"/>
                    <a:pt x="343" y="2111"/>
                  </a:cubicBezTo>
                  <a:cubicBezTo>
                    <a:pt x="348" y="2111"/>
                    <a:pt x="354" y="2111"/>
                    <a:pt x="359" y="2110"/>
                  </a:cubicBezTo>
                  <a:cubicBezTo>
                    <a:pt x="617" y="2090"/>
                    <a:pt x="2647" y="578"/>
                    <a:pt x="2647" y="578"/>
                  </a:cubicBezTo>
                  <a:cubicBezTo>
                    <a:pt x="2647" y="578"/>
                    <a:pt x="6386" y="1295"/>
                    <a:pt x="6780" y="1295"/>
                  </a:cubicBezTo>
                  <a:cubicBezTo>
                    <a:pt x="6790" y="1295"/>
                    <a:pt x="6799" y="1295"/>
                    <a:pt x="6804" y="1294"/>
                  </a:cubicBezTo>
                  <a:cubicBezTo>
                    <a:pt x="6923" y="1274"/>
                    <a:pt x="7202" y="896"/>
                    <a:pt x="7421" y="558"/>
                  </a:cubicBezTo>
                  <a:lnTo>
                    <a:pt x="2647" y="1"/>
                  </a:lnTo>
                  <a:close/>
                </a:path>
              </a:pathLst>
            </a:custGeom>
            <a:solidFill>
              <a:srgbClr val="722F1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g3f0a1af8da8_0_1031"/>
            <p:cNvSpPr/>
            <p:nvPr/>
          </p:nvSpPr>
          <p:spPr>
            <a:xfrm>
              <a:off x="5757441" y="1672729"/>
              <a:ext cx="312898" cy="164504"/>
            </a:xfrm>
            <a:custGeom>
              <a:rect b="b" l="l" r="r" t="t"/>
              <a:pathLst>
                <a:path extrusionOk="0" h="3860" w="7342">
                  <a:moveTo>
                    <a:pt x="2448" y="1"/>
                  </a:moveTo>
                  <a:lnTo>
                    <a:pt x="160" y="1533"/>
                  </a:lnTo>
                  <a:cubicBezTo>
                    <a:pt x="1" y="2428"/>
                    <a:pt x="379" y="3343"/>
                    <a:pt x="1155" y="3860"/>
                  </a:cubicBezTo>
                  <a:cubicBezTo>
                    <a:pt x="1692" y="3383"/>
                    <a:pt x="2189" y="2865"/>
                    <a:pt x="2646" y="2308"/>
                  </a:cubicBezTo>
                  <a:cubicBezTo>
                    <a:pt x="2646" y="2308"/>
                    <a:pt x="3999" y="2388"/>
                    <a:pt x="5107" y="2388"/>
                  </a:cubicBezTo>
                  <a:cubicBezTo>
                    <a:pt x="5661" y="2388"/>
                    <a:pt x="6154" y="2368"/>
                    <a:pt x="6386" y="2308"/>
                  </a:cubicBezTo>
                  <a:cubicBezTo>
                    <a:pt x="6386" y="2308"/>
                    <a:pt x="6387" y="2308"/>
                    <a:pt x="6389" y="2308"/>
                  </a:cubicBezTo>
                  <a:cubicBezTo>
                    <a:pt x="6433" y="2308"/>
                    <a:pt x="7091" y="2290"/>
                    <a:pt x="7341" y="1194"/>
                  </a:cubicBezTo>
                  <a:lnTo>
                    <a:pt x="2448" y="1"/>
                  </a:lnTo>
                  <a:close/>
                </a:path>
              </a:pathLst>
            </a:custGeom>
            <a:solidFill>
              <a:srgbClr val="884B2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g3f0a1af8da8_0_1031"/>
            <p:cNvSpPr/>
            <p:nvPr/>
          </p:nvSpPr>
          <p:spPr>
            <a:xfrm>
              <a:off x="6386526" y="1337879"/>
              <a:ext cx="374736" cy="430692"/>
            </a:xfrm>
            <a:custGeom>
              <a:rect b="b" l="l" r="r" t="t"/>
              <a:pathLst>
                <a:path extrusionOk="0" h="10106" w="8793">
                  <a:moveTo>
                    <a:pt x="6266" y="0"/>
                  </a:moveTo>
                  <a:lnTo>
                    <a:pt x="0" y="2944"/>
                  </a:lnTo>
                  <a:cubicBezTo>
                    <a:pt x="0" y="2944"/>
                    <a:pt x="1373" y="9927"/>
                    <a:pt x="1373" y="10106"/>
                  </a:cubicBezTo>
                  <a:lnTo>
                    <a:pt x="8793" y="8614"/>
                  </a:lnTo>
                  <a:lnTo>
                    <a:pt x="6266" y="0"/>
                  </a:lnTo>
                  <a:close/>
                </a:path>
              </a:pathLst>
            </a:custGeom>
            <a:solidFill>
              <a:srgbClr val="884B2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g3f0a1af8da8_0_1031"/>
            <p:cNvSpPr/>
            <p:nvPr/>
          </p:nvSpPr>
          <p:spPr>
            <a:xfrm>
              <a:off x="6386526" y="1337879"/>
              <a:ext cx="267084" cy="214536"/>
            </a:xfrm>
            <a:custGeom>
              <a:rect b="b" l="l" r="r" t="t"/>
              <a:pathLst>
                <a:path extrusionOk="0" h="5034" w="6267">
                  <a:moveTo>
                    <a:pt x="6266" y="0"/>
                  </a:moveTo>
                  <a:lnTo>
                    <a:pt x="0" y="2944"/>
                  </a:lnTo>
                  <a:cubicBezTo>
                    <a:pt x="0" y="2944"/>
                    <a:pt x="179" y="3859"/>
                    <a:pt x="398" y="5033"/>
                  </a:cubicBezTo>
                  <a:lnTo>
                    <a:pt x="6266" y="0"/>
                  </a:lnTo>
                  <a:close/>
                </a:path>
              </a:pathLst>
            </a:custGeom>
            <a:solidFill>
              <a:srgbClr val="722F1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g3f0a1af8da8_0_1031"/>
            <p:cNvSpPr/>
            <p:nvPr/>
          </p:nvSpPr>
          <p:spPr>
            <a:xfrm>
              <a:off x="6826514" y="952100"/>
              <a:ext cx="175541" cy="228941"/>
            </a:xfrm>
            <a:custGeom>
              <a:rect b="b" l="l" r="r" t="t"/>
              <a:pathLst>
                <a:path extrusionOk="0" h="5372" w="4119">
                  <a:moveTo>
                    <a:pt x="3653" y="1"/>
                  </a:moveTo>
                  <a:cubicBezTo>
                    <a:pt x="3030" y="1"/>
                    <a:pt x="1154" y="1214"/>
                    <a:pt x="1154" y="1214"/>
                  </a:cubicBezTo>
                  <a:lnTo>
                    <a:pt x="0" y="5372"/>
                  </a:lnTo>
                  <a:lnTo>
                    <a:pt x="3561" y="3920"/>
                  </a:lnTo>
                  <a:cubicBezTo>
                    <a:pt x="3561" y="3920"/>
                    <a:pt x="4118" y="458"/>
                    <a:pt x="3820" y="61"/>
                  </a:cubicBezTo>
                  <a:cubicBezTo>
                    <a:pt x="3787" y="19"/>
                    <a:pt x="3729" y="1"/>
                    <a:pt x="3653" y="1"/>
                  </a:cubicBezTo>
                  <a:close/>
                </a:path>
              </a:pathLst>
            </a:custGeom>
            <a:solidFill>
              <a:srgbClr val="884B2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g3f0a1af8da8_0_1031"/>
            <p:cNvSpPr/>
            <p:nvPr/>
          </p:nvSpPr>
          <p:spPr>
            <a:xfrm>
              <a:off x="6177101" y="452489"/>
              <a:ext cx="812204" cy="1034369"/>
            </a:xfrm>
            <a:custGeom>
              <a:rect b="b" l="l" r="r" t="t"/>
              <a:pathLst>
                <a:path extrusionOk="0" h="24271" w="19058">
                  <a:moveTo>
                    <a:pt x="8252" y="0"/>
                  </a:moveTo>
                  <a:cubicBezTo>
                    <a:pt x="7514" y="0"/>
                    <a:pt x="6903" y="116"/>
                    <a:pt x="6506" y="365"/>
                  </a:cubicBezTo>
                  <a:cubicBezTo>
                    <a:pt x="4417" y="1678"/>
                    <a:pt x="2149" y="7785"/>
                    <a:pt x="2149" y="7785"/>
                  </a:cubicBezTo>
                  <a:cubicBezTo>
                    <a:pt x="2149" y="7785"/>
                    <a:pt x="180" y="12699"/>
                    <a:pt x="259" y="13753"/>
                  </a:cubicBezTo>
                  <a:cubicBezTo>
                    <a:pt x="359" y="14807"/>
                    <a:pt x="1" y="17652"/>
                    <a:pt x="1871" y="23540"/>
                  </a:cubicBezTo>
                  <a:cubicBezTo>
                    <a:pt x="2060" y="24134"/>
                    <a:pt x="2788" y="24271"/>
                    <a:pt x="3482" y="24271"/>
                  </a:cubicBezTo>
                  <a:cubicBezTo>
                    <a:pt x="3880" y="24271"/>
                    <a:pt x="4268" y="24226"/>
                    <a:pt x="4536" y="24197"/>
                  </a:cubicBezTo>
                  <a:cubicBezTo>
                    <a:pt x="5272" y="24097"/>
                    <a:pt x="12891" y="20437"/>
                    <a:pt x="14244" y="18826"/>
                  </a:cubicBezTo>
                  <a:cubicBezTo>
                    <a:pt x="15616" y="17214"/>
                    <a:pt x="19058" y="8084"/>
                    <a:pt x="17844" y="4781"/>
                  </a:cubicBezTo>
                  <a:cubicBezTo>
                    <a:pt x="16845" y="2091"/>
                    <a:pt x="11397" y="0"/>
                    <a:pt x="8252" y="0"/>
                  </a:cubicBezTo>
                  <a:close/>
                </a:path>
              </a:pathLst>
            </a:custGeom>
            <a:solidFill>
              <a:srgbClr val="884B2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g3f0a1af8da8_0_1031"/>
            <p:cNvSpPr/>
            <p:nvPr/>
          </p:nvSpPr>
          <p:spPr>
            <a:xfrm>
              <a:off x="6621351" y="398321"/>
              <a:ext cx="475654" cy="1154892"/>
            </a:xfrm>
            <a:custGeom>
              <a:rect b="b" l="l" r="r" t="t"/>
              <a:pathLst>
                <a:path extrusionOk="0" h="27099" w="11161">
                  <a:moveTo>
                    <a:pt x="6651" y="0"/>
                  </a:moveTo>
                  <a:cubicBezTo>
                    <a:pt x="4703" y="0"/>
                    <a:pt x="814" y="2132"/>
                    <a:pt x="0" y="3546"/>
                  </a:cubicBezTo>
                  <a:cubicBezTo>
                    <a:pt x="0" y="3546"/>
                    <a:pt x="1831" y="9096"/>
                    <a:pt x="4377" y="11642"/>
                  </a:cubicBezTo>
                  <a:cubicBezTo>
                    <a:pt x="4377" y="11642"/>
                    <a:pt x="2865" y="14467"/>
                    <a:pt x="2606" y="15123"/>
                  </a:cubicBezTo>
                  <a:cubicBezTo>
                    <a:pt x="2348" y="15780"/>
                    <a:pt x="3700" y="16417"/>
                    <a:pt x="3860" y="16954"/>
                  </a:cubicBezTo>
                  <a:cubicBezTo>
                    <a:pt x="3999" y="17471"/>
                    <a:pt x="2189" y="19182"/>
                    <a:pt x="2189" y="19182"/>
                  </a:cubicBezTo>
                  <a:cubicBezTo>
                    <a:pt x="2189" y="19182"/>
                    <a:pt x="4357" y="21390"/>
                    <a:pt x="3860" y="22046"/>
                  </a:cubicBezTo>
                  <a:cubicBezTo>
                    <a:pt x="3342" y="22703"/>
                    <a:pt x="2626" y="23757"/>
                    <a:pt x="2885" y="24354"/>
                  </a:cubicBezTo>
                  <a:cubicBezTo>
                    <a:pt x="3143" y="24931"/>
                    <a:pt x="3322" y="27099"/>
                    <a:pt x="3322" y="27099"/>
                  </a:cubicBezTo>
                  <a:cubicBezTo>
                    <a:pt x="3322" y="27099"/>
                    <a:pt x="5172" y="25090"/>
                    <a:pt x="4834" y="24055"/>
                  </a:cubicBezTo>
                  <a:cubicBezTo>
                    <a:pt x="4516" y="23041"/>
                    <a:pt x="6843" y="21708"/>
                    <a:pt x="6804" y="20634"/>
                  </a:cubicBezTo>
                  <a:cubicBezTo>
                    <a:pt x="6744" y="19579"/>
                    <a:pt x="5312" y="18485"/>
                    <a:pt x="5491" y="18386"/>
                  </a:cubicBezTo>
                  <a:cubicBezTo>
                    <a:pt x="5690" y="18267"/>
                    <a:pt x="7659" y="16397"/>
                    <a:pt x="7321" y="15700"/>
                  </a:cubicBezTo>
                  <a:cubicBezTo>
                    <a:pt x="7003" y="15004"/>
                    <a:pt x="6585" y="13850"/>
                    <a:pt x="6565" y="13850"/>
                  </a:cubicBezTo>
                  <a:cubicBezTo>
                    <a:pt x="6545" y="13850"/>
                    <a:pt x="11160" y="7863"/>
                    <a:pt x="11081" y="5495"/>
                  </a:cubicBezTo>
                  <a:cubicBezTo>
                    <a:pt x="11001" y="3148"/>
                    <a:pt x="8693" y="144"/>
                    <a:pt x="6804" y="5"/>
                  </a:cubicBezTo>
                  <a:cubicBezTo>
                    <a:pt x="6754" y="2"/>
                    <a:pt x="6704" y="0"/>
                    <a:pt x="66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g3f0a1af8da8_0_1031"/>
            <p:cNvSpPr/>
            <p:nvPr/>
          </p:nvSpPr>
          <p:spPr>
            <a:xfrm>
              <a:off x="6304273" y="321225"/>
              <a:ext cx="606191" cy="368130"/>
            </a:xfrm>
            <a:custGeom>
              <a:rect b="b" l="l" r="r" t="t"/>
              <a:pathLst>
                <a:path extrusionOk="0" h="8638" w="14224">
                  <a:moveTo>
                    <a:pt x="7426" y="1"/>
                  </a:moveTo>
                  <a:cubicBezTo>
                    <a:pt x="5534" y="1"/>
                    <a:pt x="3674" y="626"/>
                    <a:pt x="2149" y="1814"/>
                  </a:cubicBezTo>
                  <a:cubicBezTo>
                    <a:pt x="1" y="3505"/>
                    <a:pt x="100" y="8637"/>
                    <a:pt x="100" y="8637"/>
                  </a:cubicBezTo>
                  <a:cubicBezTo>
                    <a:pt x="2567" y="5653"/>
                    <a:pt x="7440" y="5355"/>
                    <a:pt x="7440" y="5355"/>
                  </a:cubicBezTo>
                  <a:lnTo>
                    <a:pt x="14224" y="2132"/>
                  </a:lnTo>
                  <a:cubicBezTo>
                    <a:pt x="12712" y="1337"/>
                    <a:pt x="11101" y="700"/>
                    <a:pt x="9450" y="242"/>
                  </a:cubicBezTo>
                  <a:cubicBezTo>
                    <a:pt x="8780" y="80"/>
                    <a:pt x="8101" y="1"/>
                    <a:pt x="7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5" name="Google Shape;255;g3f0a1af8da8_0_1031"/>
          <p:cNvSpPr txBox="1"/>
          <p:nvPr>
            <p:ph type="title"/>
          </p:nvPr>
        </p:nvSpPr>
        <p:spPr>
          <a:xfrm>
            <a:off x="1132433" y="744367"/>
            <a:ext cx="4792800" cy="1088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56" name="Google Shape;256;g3f0a1af8da8_0_1031"/>
          <p:cNvSpPr txBox="1"/>
          <p:nvPr>
            <p:ph idx="1" type="subTitle"/>
          </p:nvPr>
        </p:nvSpPr>
        <p:spPr>
          <a:xfrm>
            <a:off x="1132433" y="2141183"/>
            <a:ext cx="4792800" cy="1114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57" name="Google Shape;257;g3f0a1af8da8_0_1031"/>
          <p:cNvSpPr txBox="1"/>
          <p:nvPr>
            <p:ph idx="2" type="body"/>
          </p:nvPr>
        </p:nvSpPr>
        <p:spPr>
          <a:xfrm>
            <a:off x="1132433" y="3585633"/>
            <a:ext cx="5115900" cy="2616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55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 Medium"/>
              <a:buChar char="○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 Medium"/>
              <a:buChar char="■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 Medium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 Medium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 Medium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 Medium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 Medium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sap Medium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0a1af8da8_0_1085"/>
          <p:cNvSpPr txBox="1"/>
          <p:nvPr>
            <p:ph idx="1" type="body"/>
          </p:nvPr>
        </p:nvSpPr>
        <p:spPr>
          <a:xfrm>
            <a:off x="4550833" y="4817533"/>
            <a:ext cx="6819900" cy="127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4700">
                <a:solidFill>
                  <a:schemeClr val="accent1"/>
                </a:solidFill>
                <a:latin typeface="Fascinate Inline"/>
                <a:ea typeface="Fascinate Inline"/>
                <a:cs typeface="Fascinate Inline"/>
                <a:sym typeface="Fascinate Inline"/>
              </a:defRPr>
            </a:lvl1pPr>
          </a:lstStyle>
          <a:p/>
        </p:txBody>
      </p:sp>
      <p:sp>
        <p:nvSpPr>
          <p:cNvPr id="260" name="Google Shape;260;g3f0a1af8da8_0_1085"/>
          <p:cNvSpPr/>
          <p:nvPr/>
        </p:nvSpPr>
        <p:spPr>
          <a:xfrm rot="1531419">
            <a:off x="8399267" y="2916212"/>
            <a:ext cx="968748" cy="1110619"/>
          </a:xfrm>
          <a:custGeom>
            <a:rect b="b" l="l" r="r" t="t"/>
            <a:pathLst>
              <a:path extrusionOk="0" h="19349" w="16879">
                <a:moveTo>
                  <a:pt x="10408" y="1"/>
                </a:moveTo>
                <a:cubicBezTo>
                  <a:pt x="9474" y="1936"/>
                  <a:pt x="8540" y="3870"/>
                  <a:pt x="7806" y="5905"/>
                </a:cubicBezTo>
                <a:cubicBezTo>
                  <a:pt x="6505" y="6072"/>
                  <a:pt x="5196" y="6155"/>
                  <a:pt x="3890" y="6155"/>
                </a:cubicBezTo>
                <a:cubicBezTo>
                  <a:pt x="2585" y="6155"/>
                  <a:pt x="1284" y="6072"/>
                  <a:pt x="0" y="5905"/>
                </a:cubicBezTo>
                <a:lnTo>
                  <a:pt x="0" y="5905"/>
                </a:lnTo>
                <a:cubicBezTo>
                  <a:pt x="2002" y="8140"/>
                  <a:pt x="4070" y="10308"/>
                  <a:pt x="6138" y="12477"/>
                </a:cubicBezTo>
                <a:cubicBezTo>
                  <a:pt x="5771" y="14678"/>
                  <a:pt x="5337" y="16880"/>
                  <a:pt x="3903" y="18614"/>
                </a:cubicBezTo>
                <a:cubicBezTo>
                  <a:pt x="5537" y="17480"/>
                  <a:pt x="7038" y="16179"/>
                  <a:pt x="8306" y="14678"/>
                </a:cubicBezTo>
                <a:cubicBezTo>
                  <a:pt x="9874" y="16246"/>
                  <a:pt x="11475" y="17814"/>
                  <a:pt x="13109" y="19348"/>
                </a:cubicBezTo>
                <a:cubicBezTo>
                  <a:pt x="12776" y="16213"/>
                  <a:pt x="12376" y="13044"/>
                  <a:pt x="11942" y="9908"/>
                </a:cubicBezTo>
                <a:cubicBezTo>
                  <a:pt x="13543" y="7606"/>
                  <a:pt x="15111" y="5305"/>
                  <a:pt x="16879" y="3203"/>
                </a:cubicBezTo>
                <a:lnTo>
                  <a:pt x="16879" y="3203"/>
                </a:lnTo>
                <a:cubicBezTo>
                  <a:pt x="15078" y="4071"/>
                  <a:pt x="13210" y="4738"/>
                  <a:pt x="11275" y="5238"/>
                </a:cubicBezTo>
                <a:cubicBezTo>
                  <a:pt x="10975" y="3470"/>
                  <a:pt x="10708" y="1736"/>
                  <a:pt x="10408" y="1"/>
                </a:cubicBez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f0a1af8da8_0_1085"/>
          <p:cNvSpPr/>
          <p:nvPr/>
        </p:nvSpPr>
        <p:spPr>
          <a:xfrm>
            <a:off x="3147133" y="1397467"/>
            <a:ext cx="747838" cy="781013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f0a1af8da8_0_1085"/>
          <p:cNvSpPr/>
          <p:nvPr/>
        </p:nvSpPr>
        <p:spPr>
          <a:xfrm>
            <a:off x="1151633" y="4564933"/>
            <a:ext cx="685057" cy="733647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f0a1af8da8_0_1085"/>
          <p:cNvSpPr/>
          <p:nvPr/>
        </p:nvSpPr>
        <p:spPr>
          <a:xfrm>
            <a:off x="8697933" y="818631"/>
            <a:ext cx="469557" cy="502823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g3f0a1af8da8_0_1091"/>
          <p:cNvGrpSpPr/>
          <p:nvPr/>
        </p:nvGrpSpPr>
        <p:grpSpPr>
          <a:xfrm rot="3561666">
            <a:off x="-2085907" y="-768600"/>
            <a:ext cx="9671101" cy="9499912"/>
            <a:chOff x="858308" y="3710050"/>
            <a:chExt cx="4757835" cy="4673616"/>
          </a:xfrm>
        </p:grpSpPr>
        <p:sp>
          <p:nvSpPr>
            <p:cNvPr id="266" name="Google Shape;266;g3f0a1af8da8_0_1091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g3f0a1af8da8_0_1091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g3f0a1af8da8_0_1091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g3f0a1af8da8_0_1091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g3f0a1af8da8_0_1091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" name="Google Shape;271;g3f0a1af8da8_0_1091"/>
          <p:cNvSpPr/>
          <p:nvPr/>
        </p:nvSpPr>
        <p:spPr>
          <a:xfrm>
            <a:off x="9855200" y="5910267"/>
            <a:ext cx="551520" cy="575986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f0a1af8da8_0_1091"/>
          <p:cNvSpPr/>
          <p:nvPr/>
        </p:nvSpPr>
        <p:spPr>
          <a:xfrm>
            <a:off x="1246733" y="4477667"/>
            <a:ext cx="794027" cy="850386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f0a1af8da8_0_1091"/>
          <p:cNvSpPr/>
          <p:nvPr/>
        </p:nvSpPr>
        <p:spPr>
          <a:xfrm rot="2854347">
            <a:off x="9567532" y="711007"/>
            <a:ext cx="437282" cy="456680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f0a1af8da8_0_1091"/>
          <p:cNvSpPr/>
          <p:nvPr/>
        </p:nvSpPr>
        <p:spPr>
          <a:xfrm rot="-358176">
            <a:off x="2963958" y="315496"/>
            <a:ext cx="6264076" cy="6227002"/>
          </a:xfrm>
          <a:custGeom>
            <a:rect b="b" l="l" r="r" t="t"/>
            <a:pathLst>
              <a:path extrusionOk="0" h="49737" w="50036">
                <a:moveTo>
                  <a:pt x="21482" y="1"/>
                </a:moveTo>
                <a:lnTo>
                  <a:pt x="20648" y="13444"/>
                </a:lnTo>
                <a:lnTo>
                  <a:pt x="11041" y="4004"/>
                </a:lnTo>
                <a:lnTo>
                  <a:pt x="16145" y="16479"/>
                </a:lnTo>
                <a:lnTo>
                  <a:pt x="3369" y="12110"/>
                </a:lnTo>
                <a:lnTo>
                  <a:pt x="13376" y="21183"/>
                </a:lnTo>
                <a:lnTo>
                  <a:pt x="0" y="22784"/>
                </a:lnTo>
                <a:lnTo>
                  <a:pt x="12943" y="26587"/>
                </a:lnTo>
                <a:lnTo>
                  <a:pt x="1568" y="33859"/>
                </a:lnTo>
                <a:lnTo>
                  <a:pt x="1568" y="33859"/>
                </a:lnTo>
                <a:lnTo>
                  <a:pt x="14877" y="31657"/>
                </a:lnTo>
                <a:lnTo>
                  <a:pt x="7772" y="43132"/>
                </a:lnTo>
                <a:lnTo>
                  <a:pt x="7772" y="43132"/>
                </a:lnTo>
                <a:lnTo>
                  <a:pt x="18813" y="35393"/>
                </a:lnTo>
                <a:lnTo>
                  <a:pt x="17412" y="48803"/>
                </a:lnTo>
                <a:lnTo>
                  <a:pt x="17412" y="48803"/>
                </a:lnTo>
                <a:lnTo>
                  <a:pt x="24017" y="37061"/>
                </a:lnTo>
                <a:lnTo>
                  <a:pt x="28554" y="49737"/>
                </a:lnTo>
                <a:lnTo>
                  <a:pt x="29388" y="36294"/>
                </a:lnTo>
                <a:lnTo>
                  <a:pt x="38995" y="45734"/>
                </a:lnTo>
                <a:lnTo>
                  <a:pt x="38995" y="45734"/>
                </a:lnTo>
                <a:lnTo>
                  <a:pt x="33891" y="33258"/>
                </a:lnTo>
                <a:lnTo>
                  <a:pt x="46667" y="37595"/>
                </a:lnTo>
                <a:lnTo>
                  <a:pt x="36660" y="28555"/>
                </a:lnTo>
                <a:lnTo>
                  <a:pt x="50036" y="26954"/>
                </a:lnTo>
                <a:lnTo>
                  <a:pt x="37127" y="23151"/>
                </a:lnTo>
                <a:lnTo>
                  <a:pt x="48468" y="15879"/>
                </a:lnTo>
                <a:lnTo>
                  <a:pt x="35192" y="18081"/>
                </a:lnTo>
                <a:lnTo>
                  <a:pt x="42264" y="6606"/>
                </a:lnTo>
                <a:lnTo>
                  <a:pt x="31222" y="14345"/>
                </a:lnTo>
                <a:lnTo>
                  <a:pt x="32623" y="935"/>
                </a:lnTo>
                <a:lnTo>
                  <a:pt x="26052" y="12677"/>
                </a:lnTo>
                <a:lnTo>
                  <a:pt x="214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f0a1af8da8_0_1091"/>
          <p:cNvSpPr txBox="1"/>
          <p:nvPr>
            <p:ph hasCustomPrompt="1" type="title"/>
          </p:nvPr>
        </p:nvSpPr>
        <p:spPr>
          <a:xfrm>
            <a:off x="954633" y="2197500"/>
            <a:ext cx="10282800" cy="165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76" name="Google Shape;276;g3f0a1af8da8_0_1091"/>
          <p:cNvSpPr txBox="1"/>
          <p:nvPr>
            <p:ph idx="1" type="body"/>
          </p:nvPr>
        </p:nvSpPr>
        <p:spPr>
          <a:xfrm>
            <a:off x="2235200" y="4202967"/>
            <a:ext cx="7721700" cy="73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000">
                <a:solidFill>
                  <a:schemeClr val="accent1"/>
                </a:solidFill>
              </a:defRPr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g3f0a1af8da8_0_1105"/>
          <p:cNvGrpSpPr/>
          <p:nvPr/>
        </p:nvGrpSpPr>
        <p:grpSpPr>
          <a:xfrm rot="3561666">
            <a:off x="-2225607" y="679200"/>
            <a:ext cx="9671101" cy="9499912"/>
            <a:chOff x="858308" y="3710050"/>
            <a:chExt cx="4757835" cy="4673616"/>
          </a:xfrm>
        </p:grpSpPr>
        <p:sp>
          <p:nvSpPr>
            <p:cNvPr id="280" name="Google Shape;280;g3f0a1af8da8_0_1105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g3f0a1af8da8_0_1105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g3f0a1af8da8_0_1105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g3f0a1af8da8_0_1105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g3f0a1af8da8_0_1105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5" name="Google Shape;285;g3f0a1af8da8_0_1105"/>
          <p:cNvSpPr/>
          <p:nvPr/>
        </p:nvSpPr>
        <p:spPr>
          <a:xfrm rot="1531419">
            <a:off x="10682933" y="3924962"/>
            <a:ext cx="968748" cy="1110619"/>
          </a:xfrm>
          <a:custGeom>
            <a:rect b="b" l="l" r="r" t="t"/>
            <a:pathLst>
              <a:path extrusionOk="0" h="19349" w="16879">
                <a:moveTo>
                  <a:pt x="10408" y="1"/>
                </a:moveTo>
                <a:cubicBezTo>
                  <a:pt x="9474" y="1936"/>
                  <a:pt x="8540" y="3870"/>
                  <a:pt x="7806" y="5905"/>
                </a:cubicBezTo>
                <a:cubicBezTo>
                  <a:pt x="6505" y="6072"/>
                  <a:pt x="5196" y="6155"/>
                  <a:pt x="3890" y="6155"/>
                </a:cubicBezTo>
                <a:cubicBezTo>
                  <a:pt x="2585" y="6155"/>
                  <a:pt x="1284" y="6072"/>
                  <a:pt x="0" y="5905"/>
                </a:cubicBezTo>
                <a:lnTo>
                  <a:pt x="0" y="5905"/>
                </a:lnTo>
                <a:cubicBezTo>
                  <a:pt x="2002" y="8140"/>
                  <a:pt x="4070" y="10308"/>
                  <a:pt x="6138" y="12477"/>
                </a:cubicBezTo>
                <a:cubicBezTo>
                  <a:pt x="5771" y="14678"/>
                  <a:pt x="5337" y="16880"/>
                  <a:pt x="3903" y="18614"/>
                </a:cubicBezTo>
                <a:cubicBezTo>
                  <a:pt x="5537" y="17480"/>
                  <a:pt x="7038" y="16179"/>
                  <a:pt x="8306" y="14678"/>
                </a:cubicBezTo>
                <a:cubicBezTo>
                  <a:pt x="9874" y="16246"/>
                  <a:pt x="11475" y="17814"/>
                  <a:pt x="13109" y="19348"/>
                </a:cubicBezTo>
                <a:cubicBezTo>
                  <a:pt x="12776" y="16213"/>
                  <a:pt x="12376" y="13044"/>
                  <a:pt x="11942" y="9908"/>
                </a:cubicBezTo>
                <a:cubicBezTo>
                  <a:pt x="13543" y="7606"/>
                  <a:pt x="15111" y="5305"/>
                  <a:pt x="16879" y="3203"/>
                </a:cubicBezTo>
                <a:lnTo>
                  <a:pt x="16879" y="3203"/>
                </a:lnTo>
                <a:cubicBezTo>
                  <a:pt x="15078" y="4071"/>
                  <a:pt x="13210" y="4738"/>
                  <a:pt x="11275" y="5238"/>
                </a:cubicBezTo>
                <a:cubicBezTo>
                  <a:pt x="10975" y="3470"/>
                  <a:pt x="10708" y="1736"/>
                  <a:pt x="1040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f0a1af8da8_0_1105"/>
          <p:cNvSpPr/>
          <p:nvPr/>
        </p:nvSpPr>
        <p:spPr>
          <a:xfrm>
            <a:off x="335633" y="3901600"/>
            <a:ext cx="551520" cy="575986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f0a1af8da8_0_1105"/>
          <p:cNvSpPr/>
          <p:nvPr/>
        </p:nvSpPr>
        <p:spPr>
          <a:xfrm>
            <a:off x="7614567" y="593367"/>
            <a:ext cx="685057" cy="733647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f0a1af8da8_0_1105"/>
          <p:cNvSpPr txBox="1"/>
          <p:nvPr>
            <p:ph type="title"/>
          </p:nvPr>
        </p:nvSpPr>
        <p:spPr>
          <a:xfrm>
            <a:off x="3327093" y="2067100"/>
            <a:ext cx="2428800" cy="504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289" name="Google Shape;289;g3f0a1af8da8_0_1105"/>
          <p:cNvSpPr txBox="1"/>
          <p:nvPr>
            <p:ph idx="1" type="subTitle"/>
          </p:nvPr>
        </p:nvSpPr>
        <p:spPr>
          <a:xfrm>
            <a:off x="3327093" y="2827933"/>
            <a:ext cx="2618100" cy="1100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290" name="Google Shape;290;g3f0a1af8da8_0_1105"/>
          <p:cNvSpPr txBox="1"/>
          <p:nvPr>
            <p:ph idx="2" type="title"/>
          </p:nvPr>
        </p:nvSpPr>
        <p:spPr>
          <a:xfrm>
            <a:off x="8178643" y="2067100"/>
            <a:ext cx="2428800" cy="504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291" name="Google Shape;291;g3f0a1af8da8_0_1105"/>
          <p:cNvSpPr txBox="1"/>
          <p:nvPr>
            <p:ph idx="3" type="subTitle"/>
          </p:nvPr>
        </p:nvSpPr>
        <p:spPr>
          <a:xfrm>
            <a:off x="8178643" y="2827933"/>
            <a:ext cx="2618100" cy="1100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292" name="Google Shape;292;g3f0a1af8da8_0_1105"/>
          <p:cNvSpPr txBox="1"/>
          <p:nvPr>
            <p:ph idx="4" type="title"/>
          </p:nvPr>
        </p:nvSpPr>
        <p:spPr>
          <a:xfrm>
            <a:off x="3327093" y="4399833"/>
            <a:ext cx="2411700" cy="504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293" name="Google Shape;293;g3f0a1af8da8_0_1105"/>
          <p:cNvSpPr txBox="1"/>
          <p:nvPr>
            <p:ph idx="5" type="subTitle"/>
          </p:nvPr>
        </p:nvSpPr>
        <p:spPr>
          <a:xfrm>
            <a:off x="3327093" y="5160700"/>
            <a:ext cx="2618100" cy="1100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294" name="Google Shape;294;g3f0a1af8da8_0_1105"/>
          <p:cNvSpPr txBox="1"/>
          <p:nvPr>
            <p:ph idx="6" type="title"/>
          </p:nvPr>
        </p:nvSpPr>
        <p:spPr>
          <a:xfrm>
            <a:off x="8178643" y="4399833"/>
            <a:ext cx="2509200" cy="504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295" name="Google Shape;295;g3f0a1af8da8_0_1105"/>
          <p:cNvSpPr txBox="1"/>
          <p:nvPr>
            <p:ph idx="7" type="subTitle"/>
          </p:nvPr>
        </p:nvSpPr>
        <p:spPr>
          <a:xfrm>
            <a:off x="8178643" y="5160700"/>
            <a:ext cx="2618100" cy="1100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296" name="Google Shape;296;g3f0a1af8da8_0_1105"/>
          <p:cNvSpPr txBox="1"/>
          <p:nvPr>
            <p:ph hasCustomPrompt="1" idx="8" type="title"/>
          </p:nvPr>
        </p:nvSpPr>
        <p:spPr>
          <a:xfrm>
            <a:off x="1641342" y="1953917"/>
            <a:ext cx="1317300" cy="1349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4800">
                <a:solidFill>
                  <a:srgbClr val="F2E9C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297" name="Google Shape;297;g3f0a1af8da8_0_1105"/>
          <p:cNvSpPr txBox="1"/>
          <p:nvPr>
            <p:ph hasCustomPrompt="1" idx="9" type="title"/>
          </p:nvPr>
        </p:nvSpPr>
        <p:spPr>
          <a:xfrm>
            <a:off x="1641342" y="4311100"/>
            <a:ext cx="1317300" cy="1349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4800">
                <a:solidFill>
                  <a:srgbClr val="F2E9C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298" name="Google Shape;298;g3f0a1af8da8_0_1105"/>
          <p:cNvSpPr txBox="1"/>
          <p:nvPr>
            <p:ph hasCustomPrompt="1" idx="13" type="title"/>
          </p:nvPr>
        </p:nvSpPr>
        <p:spPr>
          <a:xfrm>
            <a:off x="6436392" y="1881400"/>
            <a:ext cx="1317300" cy="1349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4800">
                <a:solidFill>
                  <a:srgbClr val="F2E9C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299" name="Google Shape;299;g3f0a1af8da8_0_1105"/>
          <p:cNvSpPr txBox="1"/>
          <p:nvPr>
            <p:ph hasCustomPrompt="1" idx="14" type="title"/>
          </p:nvPr>
        </p:nvSpPr>
        <p:spPr>
          <a:xfrm>
            <a:off x="6453342" y="4311100"/>
            <a:ext cx="1317300" cy="1349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4800">
                <a:solidFill>
                  <a:srgbClr val="F2E9C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300" name="Google Shape;300;g3f0a1af8da8_0_1105"/>
          <p:cNvSpPr txBox="1"/>
          <p:nvPr>
            <p:ph idx="15" type="title"/>
          </p:nvPr>
        </p:nvSpPr>
        <p:spPr>
          <a:xfrm>
            <a:off x="954633" y="593367"/>
            <a:ext cx="10282800" cy="765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6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0a1af8da8_0_1128"/>
          <p:cNvSpPr/>
          <p:nvPr/>
        </p:nvSpPr>
        <p:spPr>
          <a:xfrm rot="-358254">
            <a:off x="1649901" y="1419564"/>
            <a:ext cx="3750657" cy="3728615"/>
          </a:xfrm>
          <a:custGeom>
            <a:rect b="b" l="l" r="r" t="t"/>
            <a:pathLst>
              <a:path extrusionOk="0" h="49737" w="50036">
                <a:moveTo>
                  <a:pt x="21482" y="1"/>
                </a:moveTo>
                <a:lnTo>
                  <a:pt x="20648" y="13444"/>
                </a:lnTo>
                <a:lnTo>
                  <a:pt x="11041" y="4004"/>
                </a:lnTo>
                <a:lnTo>
                  <a:pt x="16145" y="16479"/>
                </a:lnTo>
                <a:lnTo>
                  <a:pt x="3369" y="12110"/>
                </a:lnTo>
                <a:lnTo>
                  <a:pt x="13376" y="21183"/>
                </a:lnTo>
                <a:lnTo>
                  <a:pt x="0" y="22784"/>
                </a:lnTo>
                <a:lnTo>
                  <a:pt x="12943" y="26587"/>
                </a:lnTo>
                <a:lnTo>
                  <a:pt x="1568" y="33859"/>
                </a:lnTo>
                <a:lnTo>
                  <a:pt x="1568" y="33859"/>
                </a:lnTo>
                <a:lnTo>
                  <a:pt x="14877" y="31657"/>
                </a:lnTo>
                <a:lnTo>
                  <a:pt x="7772" y="43132"/>
                </a:lnTo>
                <a:lnTo>
                  <a:pt x="7772" y="43132"/>
                </a:lnTo>
                <a:lnTo>
                  <a:pt x="18813" y="35393"/>
                </a:lnTo>
                <a:lnTo>
                  <a:pt x="17412" y="48803"/>
                </a:lnTo>
                <a:lnTo>
                  <a:pt x="17412" y="48803"/>
                </a:lnTo>
                <a:lnTo>
                  <a:pt x="24017" y="37061"/>
                </a:lnTo>
                <a:lnTo>
                  <a:pt x="28554" y="49737"/>
                </a:lnTo>
                <a:lnTo>
                  <a:pt x="29388" y="36294"/>
                </a:lnTo>
                <a:lnTo>
                  <a:pt x="38995" y="45734"/>
                </a:lnTo>
                <a:lnTo>
                  <a:pt x="38995" y="45734"/>
                </a:lnTo>
                <a:lnTo>
                  <a:pt x="33891" y="33258"/>
                </a:lnTo>
                <a:lnTo>
                  <a:pt x="46667" y="37595"/>
                </a:lnTo>
                <a:lnTo>
                  <a:pt x="36660" y="28555"/>
                </a:lnTo>
                <a:lnTo>
                  <a:pt x="50036" y="26954"/>
                </a:lnTo>
                <a:lnTo>
                  <a:pt x="37127" y="23151"/>
                </a:lnTo>
                <a:lnTo>
                  <a:pt x="48468" y="15879"/>
                </a:lnTo>
                <a:lnTo>
                  <a:pt x="35192" y="18081"/>
                </a:lnTo>
                <a:lnTo>
                  <a:pt x="42264" y="6606"/>
                </a:lnTo>
                <a:lnTo>
                  <a:pt x="31222" y="14345"/>
                </a:lnTo>
                <a:lnTo>
                  <a:pt x="32623" y="935"/>
                </a:lnTo>
                <a:lnTo>
                  <a:pt x="26052" y="12677"/>
                </a:lnTo>
                <a:lnTo>
                  <a:pt x="2148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f0a1af8da8_0_1128"/>
          <p:cNvSpPr/>
          <p:nvPr/>
        </p:nvSpPr>
        <p:spPr>
          <a:xfrm rot="-358254">
            <a:off x="6751968" y="2696497"/>
            <a:ext cx="3750657" cy="3728615"/>
          </a:xfrm>
          <a:custGeom>
            <a:rect b="b" l="l" r="r" t="t"/>
            <a:pathLst>
              <a:path extrusionOk="0" h="49737" w="50036">
                <a:moveTo>
                  <a:pt x="21482" y="1"/>
                </a:moveTo>
                <a:lnTo>
                  <a:pt x="20648" y="13444"/>
                </a:lnTo>
                <a:lnTo>
                  <a:pt x="11041" y="4004"/>
                </a:lnTo>
                <a:lnTo>
                  <a:pt x="16145" y="16479"/>
                </a:lnTo>
                <a:lnTo>
                  <a:pt x="3369" y="12110"/>
                </a:lnTo>
                <a:lnTo>
                  <a:pt x="13376" y="21183"/>
                </a:lnTo>
                <a:lnTo>
                  <a:pt x="0" y="22784"/>
                </a:lnTo>
                <a:lnTo>
                  <a:pt x="12943" y="26587"/>
                </a:lnTo>
                <a:lnTo>
                  <a:pt x="1568" y="33859"/>
                </a:lnTo>
                <a:lnTo>
                  <a:pt x="1568" y="33859"/>
                </a:lnTo>
                <a:lnTo>
                  <a:pt x="14877" y="31657"/>
                </a:lnTo>
                <a:lnTo>
                  <a:pt x="7772" y="43132"/>
                </a:lnTo>
                <a:lnTo>
                  <a:pt x="7772" y="43132"/>
                </a:lnTo>
                <a:lnTo>
                  <a:pt x="18813" y="35393"/>
                </a:lnTo>
                <a:lnTo>
                  <a:pt x="17412" y="48803"/>
                </a:lnTo>
                <a:lnTo>
                  <a:pt x="17412" y="48803"/>
                </a:lnTo>
                <a:lnTo>
                  <a:pt x="24017" y="37061"/>
                </a:lnTo>
                <a:lnTo>
                  <a:pt x="28554" y="49737"/>
                </a:lnTo>
                <a:lnTo>
                  <a:pt x="29388" y="36294"/>
                </a:lnTo>
                <a:lnTo>
                  <a:pt x="38995" y="45734"/>
                </a:lnTo>
                <a:lnTo>
                  <a:pt x="38995" y="45734"/>
                </a:lnTo>
                <a:lnTo>
                  <a:pt x="33891" y="33258"/>
                </a:lnTo>
                <a:lnTo>
                  <a:pt x="46667" y="37595"/>
                </a:lnTo>
                <a:lnTo>
                  <a:pt x="36660" y="28555"/>
                </a:lnTo>
                <a:lnTo>
                  <a:pt x="50036" y="26954"/>
                </a:lnTo>
                <a:lnTo>
                  <a:pt x="37127" y="23151"/>
                </a:lnTo>
                <a:lnTo>
                  <a:pt x="48468" y="15879"/>
                </a:lnTo>
                <a:lnTo>
                  <a:pt x="35192" y="18081"/>
                </a:lnTo>
                <a:lnTo>
                  <a:pt x="42264" y="6606"/>
                </a:lnTo>
                <a:lnTo>
                  <a:pt x="31222" y="14345"/>
                </a:lnTo>
                <a:lnTo>
                  <a:pt x="32623" y="935"/>
                </a:lnTo>
                <a:lnTo>
                  <a:pt x="26052" y="12677"/>
                </a:lnTo>
                <a:lnTo>
                  <a:pt x="2148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4" name="Google Shape;304;g3f0a1af8da8_0_1128"/>
          <p:cNvGrpSpPr/>
          <p:nvPr/>
        </p:nvGrpSpPr>
        <p:grpSpPr>
          <a:xfrm rot="3561666">
            <a:off x="1918926" y="715967"/>
            <a:ext cx="9671101" cy="9499912"/>
            <a:chOff x="858308" y="3710050"/>
            <a:chExt cx="4757835" cy="4673616"/>
          </a:xfrm>
        </p:grpSpPr>
        <p:sp>
          <p:nvSpPr>
            <p:cNvPr id="305" name="Google Shape;305;g3f0a1af8da8_0_1128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g3f0a1af8da8_0_1128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g3f0a1af8da8_0_1128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g3f0a1af8da8_0_1128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g3f0a1af8da8_0_1128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0" name="Google Shape;310;g3f0a1af8da8_0_1128"/>
          <p:cNvSpPr/>
          <p:nvPr/>
        </p:nvSpPr>
        <p:spPr>
          <a:xfrm rot="1531419">
            <a:off x="1354433" y="5213328"/>
            <a:ext cx="968748" cy="1110619"/>
          </a:xfrm>
          <a:custGeom>
            <a:rect b="b" l="l" r="r" t="t"/>
            <a:pathLst>
              <a:path extrusionOk="0" h="19349" w="16879">
                <a:moveTo>
                  <a:pt x="10408" y="1"/>
                </a:moveTo>
                <a:cubicBezTo>
                  <a:pt x="9474" y="1936"/>
                  <a:pt x="8540" y="3870"/>
                  <a:pt x="7806" y="5905"/>
                </a:cubicBezTo>
                <a:cubicBezTo>
                  <a:pt x="6505" y="6072"/>
                  <a:pt x="5196" y="6155"/>
                  <a:pt x="3890" y="6155"/>
                </a:cubicBezTo>
                <a:cubicBezTo>
                  <a:pt x="2585" y="6155"/>
                  <a:pt x="1284" y="6072"/>
                  <a:pt x="0" y="5905"/>
                </a:cubicBezTo>
                <a:lnTo>
                  <a:pt x="0" y="5905"/>
                </a:lnTo>
                <a:cubicBezTo>
                  <a:pt x="2002" y="8140"/>
                  <a:pt x="4070" y="10308"/>
                  <a:pt x="6138" y="12477"/>
                </a:cubicBezTo>
                <a:cubicBezTo>
                  <a:pt x="5771" y="14678"/>
                  <a:pt x="5337" y="16880"/>
                  <a:pt x="3903" y="18614"/>
                </a:cubicBezTo>
                <a:cubicBezTo>
                  <a:pt x="5537" y="17480"/>
                  <a:pt x="7038" y="16179"/>
                  <a:pt x="8306" y="14678"/>
                </a:cubicBezTo>
                <a:cubicBezTo>
                  <a:pt x="9874" y="16246"/>
                  <a:pt x="11475" y="17814"/>
                  <a:pt x="13109" y="19348"/>
                </a:cubicBezTo>
                <a:cubicBezTo>
                  <a:pt x="12776" y="16213"/>
                  <a:pt x="12376" y="13044"/>
                  <a:pt x="11942" y="9908"/>
                </a:cubicBezTo>
                <a:cubicBezTo>
                  <a:pt x="13543" y="7606"/>
                  <a:pt x="15111" y="5305"/>
                  <a:pt x="16879" y="3203"/>
                </a:cubicBezTo>
                <a:lnTo>
                  <a:pt x="16879" y="3203"/>
                </a:lnTo>
                <a:cubicBezTo>
                  <a:pt x="15078" y="4071"/>
                  <a:pt x="13210" y="4738"/>
                  <a:pt x="11275" y="5238"/>
                </a:cubicBezTo>
                <a:cubicBezTo>
                  <a:pt x="10975" y="3470"/>
                  <a:pt x="10708" y="1736"/>
                  <a:pt x="10408" y="1"/>
                </a:cubicBez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f0a1af8da8_0_1128"/>
          <p:cNvSpPr/>
          <p:nvPr/>
        </p:nvSpPr>
        <p:spPr>
          <a:xfrm>
            <a:off x="11237367" y="5808000"/>
            <a:ext cx="551520" cy="575986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f0a1af8da8_0_1128"/>
          <p:cNvSpPr/>
          <p:nvPr/>
        </p:nvSpPr>
        <p:spPr>
          <a:xfrm>
            <a:off x="8465367" y="1624533"/>
            <a:ext cx="685057" cy="733647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f0a1af8da8_0_1128"/>
          <p:cNvSpPr txBox="1"/>
          <p:nvPr>
            <p:ph type="title"/>
          </p:nvPr>
        </p:nvSpPr>
        <p:spPr>
          <a:xfrm>
            <a:off x="954633" y="593367"/>
            <a:ext cx="10282800" cy="765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4" name="Google Shape;314;g3f0a1af8da8_0_1128"/>
          <p:cNvSpPr txBox="1"/>
          <p:nvPr>
            <p:ph idx="1" type="body"/>
          </p:nvPr>
        </p:nvSpPr>
        <p:spPr>
          <a:xfrm>
            <a:off x="954633" y="3145600"/>
            <a:ext cx="5141100" cy="84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4925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20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5" name="Google Shape;315;g3f0a1af8da8_0_1128"/>
          <p:cNvSpPr txBox="1"/>
          <p:nvPr>
            <p:ph idx="2" type="body"/>
          </p:nvPr>
        </p:nvSpPr>
        <p:spPr>
          <a:xfrm>
            <a:off x="6096167" y="4485933"/>
            <a:ext cx="5141100" cy="84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4925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20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6" name="Google Shape;316;g3f0a1af8da8_0_1128"/>
          <p:cNvSpPr txBox="1"/>
          <p:nvPr>
            <p:ph idx="3" type="title"/>
          </p:nvPr>
        </p:nvSpPr>
        <p:spPr>
          <a:xfrm>
            <a:off x="1877033" y="2728400"/>
            <a:ext cx="3296400" cy="417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317" name="Google Shape;317;g3f0a1af8da8_0_1128"/>
          <p:cNvSpPr txBox="1"/>
          <p:nvPr>
            <p:ph idx="4" type="title"/>
          </p:nvPr>
        </p:nvSpPr>
        <p:spPr>
          <a:xfrm>
            <a:off x="7018567" y="4068767"/>
            <a:ext cx="3296400" cy="417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g3f0a1af8da8_0_1145"/>
          <p:cNvGrpSpPr/>
          <p:nvPr/>
        </p:nvGrpSpPr>
        <p:grpSpPr>
          <a:xfrm rot="3561666">
            <a:off x="-2225607" y="679200"/>
            <a:ext cx="9671101" cy="9499912"/>
            <a:chOff x="858308" y="3710050"/>
            <a:chExt cx="4757835" cy="4673616"/>
          </a:xfrm>
        </p:grpSpPr>
        <p:sp>
          <p:nvSpPr>
            <p:cNvPr id="320" name="Google Shape;320;g3f0a1af8da8_0_1145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g3f0a1af8da8_0_1145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g3f0a1af8da8_0_1145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g3f0a1af8da8_0_1145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g3f0a1af8da8_0_1145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5" name="Google Shape;325;g3f0a1af8da8_0_1145"/>
          <p:cNvSpPr/>
          <p:nvPr/>
        </p:nvSpPr>
        <p:spPr>
          <a:xfrm rot="1531402">
            <a:off x="11035606" y="3283418"/>
            <a:ext cx="684065" cy="784256"/>
          </a:xfrm>
          <a:custGeom>
            <a:rect b="b" l="l" r="r" t="t"/>
            <a:pathLst>
              <a:path extrusionOk="0" h="19349" w="16879">
                <a:moveTo>
                  <a:pt x="10408" y="1"/>
                </a:moveTo>
                <a:cubicBezTo>
                  <a:pt x="9474" y="1936"/>
                  <a:pt x="8540" y="3870"/>
                  <a:pt x="7806" y="5905"/>
                </a:cubicBezTo>
                <a:cubicBezTo>
                  <a:pt x="6505" y="6072"/>
                  <a:pt x="5196" y="6155"/>
                  <a:pt x="3890" y="6155"/>
                </a:cubicBezTo>
                <a:cubicBezTo>
                  <a:pt x="2585" y="6155"/>
                  <a:pt x="1284" y="6072"/>
                  <a:pt x="0" y="5905"/>
                </a:cubicBezTo>
                <a:lnTo>
                  <a:pt x="0" y="5905"/>
                </a:lnTo>
                <a:cubicBezTo>
                  <a:pt x="2002" y="8140"/>
                  <a:pt x="4070" y="10308"/>
                  <a:pt x="6138" y="12477"/>
                </a:cubicBezTo>
                <a:cubicBezTo>
                  <a:pt x="5771" y="14678"/>
                  <a:pt x="5337" y="16880"/>
                  <a:pt x="3903" y="18614"/>
                </a:cubicBezTo>
                <a:cubicBezTo>
                  <a:pt x="5537" y="17480"/>
                  <a:pt x="7038" y="16179"/>
                  <a:pt x="8306" y="14678"/>
                </a:cubicBezTo>
                <a:cubicBezTo>
                  <a:pt x="9874" y="16246"/>
                  <a:pt x="11475" y="17814"/>
                  <a:pt x="13109" y="19348"/>
                </a:cubicBezTo>
                <a:cubicBezTo>
                  <a:pt x="12776" y="16213"/>
                  <a:pt x="12376" y="13044"/>
                  <a:pt x="11942" y="9908"/>
                </a:cubicBezTo>
                <a:cubicBezTo>
                  <a:pt x="13543" y="7606"/>
                  <a:pt x="15111" y="5305"/>
                  <a:pt x="16879" y="3203"/>
                </a:cubicBezTo>
                <a:lnTo>
                  <a:pt x="16879" y="3203"/>
                </a:lnTo>
                <a:cubicBezTo>
                  <a:pt x="15078" y="4071"/>
                  <a:pt x="13210" y="4738"/>
                  <a:pt x="11275" y="5238"/>
                </a:cubicBezTo>
                <a:cubicBezTo>
                  <a:pt x="10975" y="3470"/>
                  <a:pt x="10708" y="1736"/>
                  <a:pt x="1040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f0a1af8da8_0_1145"/>
          <p:cNvSpPr/>
          <p:nvPr/>
        </p:nvSpPr>
        <p:spPr>
          <a:xfrm>
            <a:off x="254967" y="3959233"/>
            <a:ext cx="551520" cy="575986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f0a1af8da8_0_1145"/>
          <p:cNvSpPr/>
          <p:nvPr/>
        </p:nvSpPr>
        <p:spPr>
          <a:xfrm>
            <a:off x="7614567" y="593367"/>
            <a:ext cx="685057" cy="733647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f0a1af8da8_0_1145"/>
          <p:cNvSpPr txBox="1"/>
          <p:nvPr>
            <p:ph type="title"/>
          </p:nvPr>
        </p:nvSpPr>
        <p:spPr>
          <a:xfrm>
            <a:off x="960425" y="3669417"/>
            <a:ext cx="2289300" cy="504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329" name="Google Shape;329;g3f0a1af8da8_0_1145"/>
          <p:cNvSpPr txBox="1"/>
          <p:nvPr>
            <p:ph idx="1" type="subTitle"/>
          </p:nvPr>
        </p:nvSpPr>
        <p:spPr>
          <a:xfrm>
            <a:off x="960425" y="4401578"/>
            <a:ext cx="2289300" cy="1100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0" name="Google Shape;330;g3f0a1af8da8_0_1145"/>
          <p:cNvSpPr txBox="1"/>
          <p:nvPr>
            <p:ph idx="2" type="title"/>
          </p:nvPr>
        </p:nvSpPr>
        <p:spPr>
          <a:xfrm>
            <a:off x="8902213" y="3667733"/>
            <a:ext cx="2166900" cy="504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331" name="Google Shape;331;g3f0a1af8da8_0_1145"/>
          <p:cNvSpPr txBox="1"/>
          <p:nvPr>
            <p:ph idx="3" type="subTitle"/>
          </p:nvPr>
        </p:nvSpPr>
        <p:spPr>
          <a:xfrm>
            <a:off x="8902213" y="4404956"/>
            <a:ext cx="2166900" cy="1100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2" name="Google Shape;332;g3f0a1af8da8_0_1145"/>
          <p:cNvSpPr txBox="1"/>
          <p:nvPr>
            <p:ph idx="4" type="title"/>
          </p:nvPr>
        </p:nvSpPr>
        <p:spPr>
          <a:xfrm>
            <a:off x="3607688" y="3667733"/>
            <a:ext cx="2289300" cy="504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333" name="Google Shape;333;g3f0a1af8da8_0_1145"/>
          <p:cNvSpPr txBox="1"/>
          <p:nvPr>
            <p:ph idx="5" type="subTitle"/>
          </p:nvPr>
        </p:nvSpPr>
        <p:spPr>
          <a:xfrm>
            <a:off x="3607688" y="4398200"/>
            <a:ext cx="2289300" cy="1100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4" name="Google Shape;334;g3f0a1af8da8_0_1145"/>
          <p:cNvSpPr txBox="1"/>
          <p:nvPr>
            <p:ph idx="6" type="title"/>
          </p:nvPr>
        </p:nvSpPr>
        <p:spPr>
          <a:xfrm>
            <a:off x="6254951" y="3672800"/>
            <a:ext cx="2289300" cy="504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335" name="Google Shape;335;g3f0a1af8da8_0_1145"/>
          <p:cNvSpPr txBox="1"/>
          <p:nvPr>
            <p:ph idx="7" type="subTitle"/>
          </p:nvPr>
        </p:nvSpPr>
        <p:spPr>
          <a:xfrm>
            <a:off x="6254951" y="4408333"/>
            <a:ext cx="2289300" cy="1100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36" name="Google Shape;336;g3f0a1af8da8_0_1145"/>
          <p:cNvSpPr txBox="1"/>
          <p:nvPr>
            <p:ph idx="8" type="title"/>
          </p:nvPr>
        </p:nvSpPr>
        <p:spPr>
          <a:xfrm>
            <a:off x="954633" y="593367"/>
            <a:ext cx="10282800" cy="765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bg>
      <p:bgPr>
        <a:solidFill>
          <a:schemeClr val="dk2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oogle Shape;338;g3f0a1af8da8_0_1164"/>
          <p:cNvGrpSpPr/>
          <p:nvPr/>
        </p:nvGrpSpPr>
        <p:grpSpPr>
          <a:xfrm rot="3561666">
            <a:off x="-2225607" y="679200"/>
            <a:ext cx="9671101" cy="9499912"/>
            <a:chOff x="858308" y="3710050"/>
            <a:chExt cx="4757835" cy="4673616"/>
          </a:xfrm>
        </p:grpSpPr>
        <p:sp>
          <p:nvSpPr>
            <p:cNvPr id="339" name="Google Shape;339;g3f0a1af8da8_0_1164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g3f0a1af8da8_0_1164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g3f0a1af8da8_0_1164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g3f0a1af8da8_0_1164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g3f0a1af8da8_0_1164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4" name="Google Shape;344;g3f0a1af8da8_0_1164"/>
          <p:cNvSpPr/>
          <p:nvPr/>
        </p:nvSpPr>
        <p:spPr>
          <a:xfrm>
            <a:off x="4338817" y="5808000"/>
            <a:ext cx="551520" cy="575986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rgbClr val="F2E9C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f0a1af8da8_0_1164"/>
          <p:cNvSpPr/>
          <p:nvPr/>
        </p:nvSpPr>
        <p:spPr>
          <a:xfrm>
            <a:off x="415533" y="2247200"/>
            <a:ext cx="485921" cy="520387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rgbClr val="F2E9C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f0a1af8da8_0_1164"/>
          <p:cNvSpPr/>
          <p:nvPr/>
        </p:nvSpPr>
        <p:spPr>
          <a:xfrm rot="-4699674">
            <a:off x="9980647" y="770879"/>
            <a:ext cx="811105" cy="847086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rgbClr val="F2E9C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f0a1af8da8_0_1164"/>
          <p:cNvSpPr txBox="1"/>
          <p:nvPr>
            <p:ph type="title"/>
          </p:nvPr>
        </p:nvSpPr>
        <p:spPr>
          <a:xfrm>
            <a:off x="1999454" y="3298533"/>
            <a:ext cx="2243100" cy="504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b="1" sz="32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348" name="Google Shape;348;g3f0a1af8da8_0_1164"/>
          <p:cNvSpPr txBox="1"/>
          <p:nvPr>
            <p:ph idx="1" type="subTitle"/>
          </p:nvPr>
        </p:nvSpPr>
        <p:spPr>
          <a:xfrm>
            <a:off x="2003454" y="3810600"/>
            <a:ext cx="2235300" cy="2055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49" name="Google Shape;349;g3f0a1af8da8_0_1164"/>
          <p:cNvSpPr txBox="1"/>
          <p:nvPr>
            <p:ph idx="2" type="title"/>
          </p:nvPr>
        </p:nvSpPr>
        <p:spPr>
          <a:xfrm>
            <a:off x="4974400" y="3298533"/>
            <a:ext cx="2243100" cy="504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b="1" sz="32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350" name="Google Shape;350;g3f0a1af8da8_0_1164"/>
          <p:cNvSpPr txBox="1"/>
          <p:nvPr>
            <p:ph idx="3" type="subTitle"/>
          </p:nvPr>
        </p:nvSpPr>
        <p:spPr>
          <a:xfrm>
            <a:off x="4978400" y="3810600"/>
            <a:ext cx="2235300" cy="2055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51" name="Google Shape;351;g3f0a1af8da8_0_1164"/>
          <p:cNvSpPr txBox="1"/>
          <p:nvPr>
            <p:ph idx="4" type="title"/>
          </p:nvPr>
        </p:nvSpPr>
        <p:spPr>
          <a:xfrm>
            <a:off x="7949346" y="3298533"/>
            <a:ext cx="2243100" cy="504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b="1" sz="32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352" name="Google Shape;352;g3f0a1af8da8_0_1164"/>
          <p:cNvSpPr txBox="1"/>
          <p:nvPr>
            <p:ph idx="5" type="subTitle"/>
          </p:nvPr>
        </p:nvSpPr>
        <p:spPr>
          <a:xfrm>
            <a:off x="7953346" y="3810600"/>
            <a:ext cx="2235300" cy="2055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53" name="Google Shape;353;g3f0a1af8da8_0_1164"/>
          <p:cNvSpPr txBox="1"/>
          <p:nvPr>
            <p:ph idx="6" type="title"/>
          </p:nvPr>
        </p:nvSpPr>
        <p:spPr>
          <a:xfrm>
            <a:off x="954633" y="593367"/>
            <a:ext cx="10282800" cy="765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 sz="4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_1">
    <p:bg>
      <p:bgPr>
        <a:solidFill>
          <a:schemeClr val="dk2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355;g3f0a1af8da8_0_1181"/>
          <p:cNvGrpSpPr/>
          <p:nvPr/>
        </p:nvGrpSpPr>
        <p:grpSpPr>
          <a:xfrm rot="3561666">
            <a:off x="-511107" y="665367"/>
            <a:ext cx="9671101" cy="9499912"/>
            <a:chOff x="858308" y="3710050"/>
            <a:chExt cx="4757835" cy="4673616"/>
          </a:xfrm>
        </p:grpSpPr>
        <p:sp>
          <p:nvSpPr>
            <p:cNvPr id="356" name="Google Shape;356;g3f0a1af8da8_0_1181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g3f0a1af8da8_0_1181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g3f0a1af8da8_0_1181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g3f0a1af8da8_0_1181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g3f0a1af8da8_0_1181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1" name="Google Shape;361;g3f0a1af8da8_0_1181"/>
          <p:cNvSpPr/>
          <p:nvPr/>
        </p:nvSpPr>
        <p:spPr>
          <a:xfrm>
            <a:off x="8609275" y="5339233"/>
            <a:ext cx="841530" cy="878861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rgbClr val="F2E9C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f0a1af8da8_0_1181"/>
          <p:cNvSpPr/>
          <p:nvPr/>
        </p:nvSpPr>
        <p:spPr>
          <a:xfrm>
            <a:off x="636767" y="2288667"/>
            <a:ext cx="485921" cy="520387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rgbClr val="F2E9C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f0a1af8da8_0_1181"/>
          <p:cNvSpPr/>
          <p:nvPr/>
        </p:nvSpPr>
        <p:spPr>
          <a:xfrm rot="-7853889">
            <a:off x="7913173" y="1433886"/>
            <a:ext cx="1258230" cy="1313990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rgbClr val="F2E9C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f0a1af8da8_0_1181"/>
          <p:cNvSpPr txBox="1"/>
          <p:nvPr>
            <p:ph type="title"/>
          </p:nvPr>
        </p:nvSpPr>
        <p:spPr>
          <a:xfrm>
            <a:off x="1165433" y="2071017"/>
            <a:ext cx="3131700" cy="504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700"/>
              <a:buNone/>
              <a:defRPr b="1" sz="32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365" name="Google Shape;365;g3f0a1af8da8_0_1181"/>
          <p:cNvSpPr txBox="1"/>
          <p:nvPr>
            <p:ph idx="1" type="subTitle"/>
          </p:nvPr>
        </p:nvSpPr>
        <p:spPr>
          <a:xfrm>
            <a:off x="1127033" y="2583083"/>
            <a:ext cx="3170100" cy="1209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66" name="Google Shape;366;g3f0a1af8da8_0_1181"/>
          <p:cNvSpPr txBox="1"/>
          <p:nvPr>
            <p:ph idx="2" type="title"/>
          </p:nvPr>
        </p:nvSpPr>
        <p:spPr>
          <a:xfrm>
            <a:off x="1165433" y="4215050"/>
            <a:ext cx="3131700" cy="504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b="1" sz="32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367" name="Google Shape;367;g3f0a1af8da8_0_1181"/>
          <p:cNvSpPr txBox="1"/>
          <p:nvPr>
            <p:ph idx="3" type="subTitle"/>
          </p:nvPr>
        </p:nvSpPr>
        <p:spPr>
          <a:xfrm>
            <a:off x="1127033" y="4719050"/>
            <a:ext cx="3170100" cy="1209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68" name="Google Shape;368;g3f0a1af8da8_0_1181"/>
          <p:cNvSpPr txBox="1"/>
          <p:nvPr>
            <p:ph idx="4" type="title"/>
          </p:nvPr>
        </p:nvSpPr>
        <p:spPr>
          <a:xfrm>
            <a:off x="8112667" y="3136700"/>
            <a:ext cx="3131700" cy="504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 b="1" sz="32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369" name="Google Shape;369;g3f0a1af8da8_0_1181"/>
          <p:cNvSpPr txBox="1"/>
          <p:nvPr>
            <p:ph idx="5" type="subTitle"/>
          </p:nvPr>
        </p:nvSpPr>
        <p:spPr>
          <a:xfrm>
            <a:off x="8112667" y="3640700"/>
            <a:ext cx="3170100" cy="1209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70" name="Google Shape;370;g3f0a1af8da8_0_1181"/>
          <p:cNvSpPr txBox="1"/>
          <p:nvPr>
            <p:ph idx="6" type="title"/>
          </p:nvPr>
        </p:nvSpPr>
        <p:spPr>
          <a:xfrm>
            <a:off x="954633" y="593367"/>
            <a:ext cx="10282800" cy="765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 sz="4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">
    <p:bg>
      <p:bgPr>
        <a:solidFill>
          <a:schemeClr val="dk2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oogle Shape;372;g3f0a1af8da8_0_1198"/>
          <p:cNvGrpSpPr/>
          <p:nvPr/>
        </p:nvGrpSpPr>
        <p:grpSpPr>
          <a:xfrm rot="3561666">
            <a:off x="-2225607" y="679200"/>
            <a:ext cx="9671101" cy="9499912"/>
            <a:chOff x="858308" y="3710050"/>
            <a:chExt cx="4757835" cy="4673616"/>
          </a:xfrm>
        </p:grpSpPr>
        <p:sp>
          <p:nvSpPr>
            <p:cNvPr id="373" name="Google Shape;373;g3f0a1af8da8_0_1198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g3f0a1af8da8_0_1198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g3f0a1af8da8_0_1198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g3f0a1af8da8_0_1198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g3f0a1af8da8_0_1198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8" name="Google Shape;378;g3f0a1af8da8_0_1198"/>
          <p:cNvSpPr/>
          <p:nvPr/>
        </p:nvSpPr>
        <p:spPr>
          <a:xfrm>
            <a:off x="4338817" y="5808000"/>
            <a:ext cx="551520" cy="575986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rgbClr val="F2E9C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f0a1af8da8_0_1198"/>
          <p:cNvSpPr/>
          <p:nvPr/>
        </p:nvSpPr>
        <p:spPr>
          <a:xfrm>
            <a:off x="415533" y="2247200"/>
            <a:ext cx="485921" cy="520387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rgbClr val="F2E9C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f0a1af8da8_0_1198"/>
          <p:cNvSpPr/>
          <p:nvPr/>
        </p:nvSpPr>
        <p:spPr>
          <a:xfrm rot="-4699674">
            <a:off x="9980647" y="770879"/>
            <a:ext cx="811105" cy="847086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rgbClr val="F2E9C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f0a1af8da8_0_1198"/>
          <p:cNvSpPr txBox="1"/>
          <p:nvPr>
            <p:ph type="title"/>
          </p:nvPr>
        </p:nvSpPr>
        <p:spPr>
          <a:xfrm>
            <a:off x="1987617" y="2600433"/>
            <a:ext cx="2243100" cy="61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b="1" sz="32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382" name="Google Shape;382;g3f0a1af8da8_0_1198"/>
          <p:cNvSpPr txBox="1"/>
          <p:nvPr>
            <p:ph idx="1" type="subTitle"/>
          </p:nvPr>
        </p:nvSpPr>
        <p:spPr>
          <a:xfrm>
            <a:off x="1914417" y="3214033"/>
            <a:ext cx="2389500" cy="61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83" name="Google Shape;383;g3f0a1af8da8_0_1198"/>
          <p:cNvSpPr txBox="1"/>
          <p:nvPr>
            <p:ph idx="2" type="title"/>
          </p:nvPr>
        </p:nvSpPr>
        <p:spPr>
          <a:xfrm>
            <a:off x="4974400" y="2600433"/>
            <a:ext cx="2243100" cy="61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b="1" sz="32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384" name="Google Shape;384;g3f0a1af8da8_0_1198"/>
          <p:cNvSpPr txBox="1"/>
          <p:nvPr>
            <p:ph idx="3" type="subTitle"/>
          </p:nvPr>
        </p:nvSpPr>
        <p:spPr>
          <a:xfrm>
            <a:off x="4901200" y="3214033"/>
            <a:ext cx="2389500" cy="61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85" name="Google Shape;385;g3f0a1af8da8_0_1198"/>
          <p:cNvSpPr txBox="1"/>
          <p:nvPr>
            <p:ph idx="4" type="title"/>
          </p:nvPr>
        </p:nvSpPr>
        <p:spPr>
          <a:xfrm>
            <a:off x="7961183" y="2600433"/>
            <a:ext cx="2243100" cy="61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b="1" sz="32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386" name="Google Shape;386;g3f0a1af8da8_0_1198"/>
          <p:cNvSpPr txBox="1"/>
          <p:nvPr>
            <p:ph idx="5" type="subTitle"/>
          </p:nvPr>
        </p:nvSpPr>
        <p:spPr>
          <a:xfrm>
            <a:off x="7887983" y="3214033"/>
            <a:ext cx="2389500" cy="61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87" name="Google Shape;387;g3f0a1af8da8_0_1198"/>
          <p:cNvSpPr txBox="1"/>
          <p:nvPr>
            <p:ph idx="6" type="title"/>
          </p:nvPr>
        </p:nvSpPr>
        <p:spPr>
          <a:xfrm>
            <a:off x="954633" y="593367"/>
            <a:ext cx="10282800" cy="765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 sz="4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8" name="Google Shape;388;g3f0a1af8da8_0_1198"/>
          <p:cNvSpPr txBox="1"/>
          <p:nvPr>
            <p:ph idx="7" type="title"/>
          </p:nvPr>
        </p:nvSpPr>
        <p:spPr>
          <a:xfrm>
            <a:off x="1987617" y="4803100"/>
            <a:ext cx="2243100" cy="679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b="1" sz="32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389" name="Google Shape;389;g3f0a1af8da8_0_1198"/>
          <p:cNvSpPr txBox="1"/>
          <p:nvPr>
            <p:ph idx="8" type="subTitle"/>
          </p:nvPr>
        </p:nvSpPr>
        <p:spPr>
          <a:xfrm>
            <a:off x="1914417" y="5482400"/>
            <a:ext cx="2389500" cy="61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90" name="Google Shape;390;g3f0a1af8da8_0_1198"/>
          <p:cNvSpPr txBox="1"/>
          <p:nvPr>
            <p:ph idx="9" type="title"/>
          </p:nvPr>
        </p:nvSpPr>
        <p:spPr>
          <a:xfrm>
            <a:off x="4974400" y="4803100"/>
            <a:ext cx="2243100" cy="679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b="1" sz="32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391" name="Google Shape;391;g3f0a1af8da8_0_1198"/>
          <p:cNvSpPr txBox="1"/>
          <p:nvPr>
            <p:ph idx="13" type="subTitle"/>
          </p:nvPr>
        </p:nvSpPr>
        <p:spPr>
          <a:xfrm>
            <a:off x="4901200" y="5482400"/>
            <a:ext cx="2389500" cy="61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392" name="Google Shape;392;g3f0a1af8da8_0_1198"/>
          <p:cNvSpPr txBox="1"/>
          <p:nvPr>
            <p:ph idx="14" type="title"/>
          </p:nvPr>
        </p:nvSpPr>
        <p:spPr>
          <a:xfrm>
            <a:off x="7961183" y="4803100"/>
            <a:ext cx="2243100" cy="679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 b="1" sz="32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  <p:sp>
        <p:nvSpPr>
          <p:cNvPr id="393" name="Google Shape;393;g3f0a1af8da8_0_1198"/>
          <p:cNvSpPr txBox="1"/>
          <p:nvPr>
            <p:ph idx="15" type="subTitle"/>
          </p:nvPr>
        </p:nvSpPr>
        <p:spPr>
          <a:xfrm>
            <a:off x="7887983" y="5482400"/>
            <a:ext cx="2389500" cy="61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rgbClr val="F2E9C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7">
    <p:bg>
      <p:bgPr>
        <a:solidFill>
          <a:schemeClr val="dk2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oogle Shape;395;g3f0a1af8da8_0_1221"/>
          <p:cNvGrpSpPr/>
          <p:nvPr/>
        </p:nvGrpSpPr>
        <p:grpSpPr>
          <a:xfrm rot="3561666">
            <a:off x="2228026" y="-3229733"/>
            <a:ext cx="9671101" cy="9499912"/>
            <a:chOff x="858308" y="3710050"/>
            <a:chExt cx="4757835" cy="4673616"/>
          </a:xfrm>
        </p:grpSpPr>
        <p:sp>
          <p:nvSpPr>
            <p:cNvPr id="396" name="Google Shape;396;g3f0a1af8da8_0_1221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g3f0a1af8da8_0_1221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g3f0a1af8da8_0_1221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g3f0a1af8da8_0_1221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g3f0a1af8da8_0_1221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1" name="Google Shape;401;g3f0a1af8da8_0_1221"/>
          <p:cNvSpPr/>
          <p:nvPr/>
        </p:nvSpPr>
        <p:spPr>
          <a:xfrm>
            <a:off x="9329800" y="2326135"/>
            <a:ext cx="895842" cy="935582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f0a1af8da8_0_1221"/>
          <p:cNvSpPr/>
          <p:nvPr/>
        </p:nvSpPr>
        <p:spPr>
          <a:xfrm>
            <a:off x="1338867" y="3869926"/>
            <a:ext cx="1297697" cy="1389819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f0a1af8da8_0_1221"/>
          <p:cNvSpPr/>
          <p:nvPr/>
        </p:nvSpPr>
        <p:spPr>
          <a:xfrm rot="2854347">
            <a:off x="4373915" y="5538407"/>
            <a:ext cx="437282" cy="456680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f0a1af8da8_0_1221"/>
          <p:cNvSpPr/>
          <p:nvPr/>
        </p:nvSpPr>
        <p:spPr>
          <a:xfrm rot="-358140">
            <a:off x="1786937" y="304740"/>
            <a:ext cx="2569394" cy="2554275"/>
          </a:xfrm>
          <a:custGeom>
            <a:rect b="b" l="l" r="r" t="t"/>
            <a:pathLst>
              <a:path extrusionOk="0" h="49737" w="50036">
                <a:moveTo>
                  <a:pt x="21482" y="1"/>
                </a:moveTo>
                <a:lnTo>
                  <a:pt x="20648" y="13444"/>
                </a:lnTo>
                <a:lnTo>
                  <a:pt x="11041" y="4004"/>
                </a:lnTo>
                <a:lnTo>
                  <a:pt x="16145" y="16479"/>
                </a:lnTo>
                <a:lnTo>
                  <a:pt x="3369" y="12110"/>
                </a:lnTo>
                <a:lnTo>
                  <a:pt x="13376" y="21183"/>
                </a:lnTo>
                <a:lnTo>
                  <a:pt x="0" y="22784"/>
                </a:lnTo>
                <a:lnTo>
                  <a:pt x="12943" y="26587"/>
                </a:lnTo>
                <a:lnTo>
                  <a:pt x="1568" y="33859"/>
                </a:lnTo>
                <a:lnTo>
                  <a:pt x="1568" y="33859"/>
                </a:lnTo>
                <a:lnTo>
                  <a:pt x="14877" y="31657"/>
                </a:lnTo>
                <a:lnTo>
                  <a:pt x="7772" y="43132"/>
                </a:lnTo>
                <a:lnTo>
                  <a:pt x="7772" y="43132"/>
                </a:lnTo>
                <a:lnTo>
                  <a:pt x="18813" y="35393"/>
                </a:lnTo>
                <a:lnTo>
                  <a:pt x="17412" y="48803"/>
                </a:lnTo>
                <a:lnTo>
                  <a:pt x="17412" y="48803"/>
                </a:lnTo>
                <a:lnTo>
                  <a:pt x="24017" y="37061"/>
                </a:lnTo>
                <a:lnTo>
                  <a:pt x="28554" y="49737"/>
                </a:lnTo>
                <a:lnTo>
                  <a:pt x="29388" y="36294"/>
                </a:lnTo>
                <a:lnTo>
                  <a:pt x="38995" y="45734"/>
                </a:lnTo>
                <a:lnTo>
                  <a:pt x="38995" y="45734"/>
                </a:lnTo>
                <a:lnTo>
                  <a:pt x="33891" y="33258"/>
                </a:lnTo>
                <a:lnTo>
                  <a:pt x="46667" y="37595"/>
                </a:lnTo>
                <a:lnTo>
                  <a:pt x="36660" y="28555"/>
                </a:lnTo>
                <a:lnTo>
                  <a:pt x="50036" y="26954"/>
                </a:lnTo>
                <a:lnTo>
                  <a:pt x="37127" y="23151"/>
                </a:lnTo>
                <a:lnTo>
                  <a:pt x="48468" y="15879"/>
                </a:lnTo>
                <a:lnTo>
                  <a:pt x="35192" y="18081"/>
                </a:lnTo>
                <a:lnTo>
                  <a:pt x="42264" y="6606"/>
                </a:lnTo>
                <a:lnTo>
                  <a:pt x="31222" y="14345"/>
                </a:lnTo>
                <a:lnTo>
                  <a:pt x="32623" y="935"/>
                </a:lnTo>
                <a:lnTo>
                  <a:pt x="26052" y="12677"/>
                </a:lnTo>
                <a:lnTo>
                  <a:pt x="214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f0a1af8da8_0_1221"/>
          <p:cNvSpPr/>
          <p:nvPr/>
        </p:nvSpPr>
        <p:spPr>
          <a:xfrm rot="-358140">
            <a:off x="4666354" y="2157673"/>
            <a:ext cx="2569394" cy="2554275"/>
          </a:xfrm>
          <a:custGeom>
            <a:rect b="b" l="l" r="r" t="t"/>
            <a:pathLst>
              <a:path extrusionOk="0" h="49737" w="50036">
                <a:moveTo>
                  <a:pt x="21482" y="1"/>
                </a:moveTo>
                <a:lnTo>
                  <a:pt x="20648" y="13444"/>
                </a:lnTo>
                <a:lnTo>
                  <a:pt x="11041" y="4004"/>
                </a:lnTo>
                <a:lnTo>
                  <a:pt x="16145" y="16479"/>
                </a:lnTo>
                <a:lnTo>
                  <a:pt x="3369" y="12110"/>
                </a:lnTo>
                <a:lnTo>
                  <a:pt x="13376" y="21183"/>
                </a:lnTo>
                <a:lnTo>
                  <a:pt x="0" y="22784"/>
                </a:lnTo>
                <a:lnTo>
                  <a:pt x="12943" y="26587"/>
                </a:lnTo>
                <a:lnTo>
                  <a:pt x="1568" y="33859"/>
                </a:lnTo>
                <a:lnTo>
                  <a:pt x="1568" y="33859"/>
                </a:lnTo>
                <a:lnTo>
                  <a:pt x="14877" y="31657"/>
                </a:lnTo>
                <a:lnTo>
                  <a:pt x="7772" y="43132"/>
                </a:lnTo>
                <a:lnTo>
                  <a:pt x="7772" y="43132"/>
                </a:lnTo>
                <a:lnTo>
                  <a:pt x="18813" y="35393"/>
                </a:lnTo>
                <a:lnTo>
                  <a:pt x="17412" y="48803"/>
                </a:lnTo>
                <a:lnTo>
                  <a:pt x="17412" y="48803"/>
                </a:lnTo>
                <a:lnTo>
                  <a:pt x="24017" y="37061"/>
                </a:lnTo>
                <a:lnTo>
                  <a:pt x="28554" y="49737"/>
                </a:lnTo>
                <a:lnTo>
                  <a:pt x="29388" y="36294"/>
                </a:lnTo>
                <a:lnTo>
                  <a:pt x="38995" y="45734"/>
                </a:lnTo>
                <a:lnTo>
                  <a:pt x="38995" y="45734"/>
                </a:lnTo>
                <a:lnTo>
                  <a:pt x="33891" y="33258"/>
                </a:lnTo>
                <a:lnTo>
                  <a:pt x="46667" y="37595"/>
                </a:lnTo>
                <a:lnTo>
                  <a:pt x="36660" y="28555"/>
                </a:lnTo>
                <a:lnTo>
                  <a:pt x="50036" y="26954"/>
                </a:lnTo>
                <a:lnTo>
                  <a:pt x="37127" y="23151"/>
                </a:lnTo>
                <a:lnTo>
                  <a:pt x="48468" y="15879"/>
                </a:lnTo>
                <a:lnTo>
                  <a:pt x="35192" y="18081"/>
                </a:lnTo>
                <a:lnTo>
                  <a:pt x="42264" y="6606"/>
                </a:lnTo>
                <a:lnTo>
                  <a:pt x="31222" y="14345"/>
                </a:lnTo>
                <a:lnTo>
                  <a:pt x="32623" y="935"/>
                </a:lnTo>
                <a:lnTo>
                  <a:pt x="26052" y="12677"/>
                </a:lnTo>
                <a:lnTo>
                  <a:pt x="214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f0a1af8da8_0_1221"/>
          <p:cNvSpPr/>
          <p:nvPr/>
        </p:nvSpPr>
        <p:spPr>
          <a:xfrm rot="-358140">
            <a:off x="7731471" y="3996606"/>
            <a:ext cx="2569394" cy="2554275"/>
          </a:xfrm>
          <a:custGeom>
            <a:rect b="b" l="l" r="r" t="t"/>
            <a:pathLst>
              <a:path extrusionOk="0" h="49737" w="50036">
                <a:moveTo>
                  <a:pt x="21482" y="1"/>
                </a:moveTo>
                <a:lnTo>
                  <a:pt x="20648" y="13444"/>
                </a:lnTo>
                <a:lnTo>
                  <a:pt x="11041" y="4004"/>
                </a:lnTo>
                <a:lnTo>
                  <a:pt x="16145" y="16479"/>
                </a:lnTo>
                <a:lnTo>
                  <a:pt x="3369" y="12110"/>
                </a:lnTo>
                <a:lnTo>
                  <a:pt x="13376" y="21183"/>
                </a:lnTo>
                <a:lnTo>
                  <a:pt x="0" y="22784"/>
                </a:lnTo>
                <a:lnTo>
                  <a:pt x="12943" y="26587"/>
                </a:lnTo>
                <a:lnTo>
                  <a:pt x="1568" y="33859"/>
                </a:lnTo>
                <a:lnTo>
                  <a:pt x="1568" y="33859"/>
                </a:lnTo>
                <a:lnTo>
                  <a:pt x="14877" y="31657"/>
                </a:lnTo>
                <a:lnTo>
                  <a:pt x="7772" y="43132"/>
                </a:lnTo>
                <a:lnTo>
                  <a:pt x="7772" y="43132"/>
                </a:lnTo>
                <a:lnTo>
                  <a:pt x="18813" y="35393"/>
                </a:lnTo>
                <a:lnTo>
                  <a:pt x="17412" y="48803"/>
                </a:lnTo>
                <a:lnTo>
                  <a:pt x="17412" y="48803"/>
                </a:lnTo>
                <a:lnTo>
                  <a:pt x="24017" y="37061"/>
                </a:lnTo>
                <a:lnTo>
                  <a:pt x="28554" y="49737"/>
                </a:lnTo>
                <a:lnTo>
                  <a:pt x="29388" y="36294"/>
                </a:lnTo>
                <a:lnTo>
                  <a:pt x="38995" y="45734"/>
                </a:lnTo>
                <a:lnTo>
                  <a:pt x="38995" y="45734"/>
                </a:lnTo>
                <a:lnTo>
                  <a:pt x="33891" y="33258"/>
                </a:lnTo>
                <a:lnTo>
                  <a:pt x="46667" y="37595"/>
                </a:lnTo>
                <a:lnTo>
                  <a:pt x="36660" y="28555"/>
                </a:lnTo>
                <a:lnTo>
                  <a:pt x="50036" y="26954"/>
                </a:lnTo>
                <a:lnTo>
                  <a:pt x="37127" y="23151"/>
                </a:lnTo>
                <a:lnTo>
                  <a:pt x="48468" y="15879"/>
                </a:lnTo>
                <a:lnTo>
                  <a:pt x="35192" y="18081"/>
                </a:lnTo>
                <a:lnTo>
                  <a:pt x="42264" y="6606"/>
                </a:lnTo>
                <a:lnTo>
                  <a:pt x="31222" y="14345"/>
                </a:lnTo>
                <a:lnTo>
                  <a:pt x="32623" y="935"/>
                </a:lnTo>
                <a:lnTo>
                  <a:pt x="26052" y="12677"/>
                </a:lnTo>
                <a:lnTo>
                  <a:pt x="2148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f0a1af8da8_0_1221"/>
          <p:cNvSpPr/>
          <p:nvPr/>
        </p:nvSpPr>
        <p:spPr>
          <a:xfrm rot="-8884227">
            <a:off x="6682962" y="1139865"/>
            <a:ext cx="437289" cy="456688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f0a1af8da8_0_1221"/>
          <p:cNvSpPr txBox="1"/>
          <p:nvPr>
            <p:ph hasCustomPrompt="1" type="title"/>
          </p:nvPr>
        </p:nvSpPr>
        <p:spPr>
          <a:xfrm>
            <a:off x="954633" y="716667"/>
            <a:ext cx="4442400" cy="935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5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09" name="Google Shape;409;g3f0a1af8da8_0_1221"/>
          <p:cNvSpPr txBox="1"/>
          <p:nvPr>
            <p:ph idx="1" type="subTitle"/>
          </p:nvPr>
        </p:nvSpPr>
        <p:spPr>
          <a:xfrm>
            <a:off x="1988433" y="1677633"/>
            <a:ext cx="2374800" cy="74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410" name="Google Shape;410;g3f0a1af8da8_0_1221"/>
          <p:cNvSpPr txBox="1"/>
          <p:nvPr>
            <p:ph hasCustomPrompt="1" idx="2" type="title"/>
          </p:nvPr>
        </p:nvSpPr>
        <p:spPr>
          <a:xfrm>
            <a:off x="3874800" y="2586600"/>
            <a:ext cx="4442400" cy="935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5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11" name="Google Shape;411;g3f0a1af8da8_0_1221"/>
          <p:cNvSpPr txBox="1"/>
          <p:nvPr>
            <p:ph idx="3" type="subTitle"/>
          </p:nvPr>
        </p:nvSpPr>
        <p:spPr>
          <a:xfrm>
            <a:off x="4908600" y="3547583"/>
            <a:ext cx="2374800" cy="74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412" name="Google Shape;412;g3f0a1af8da8_0_1221"/>
          <p:cNvSpPr txBox="1"/>
          <p:nvPr>
            <p:ph hasCustomPrompt="1" idx="4" type="title"/>
          </p:nvPr>
        </p:nvSpPr>
        <p:spPr>
          <a:xfrm>
            <a:off x="6794967" y="4456533"/>
            <a:ext cx="4442400" cy="935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5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13" name="Google Shape;413;g3f0a1af8da8_0_1221"/>
          <p:cNvSpPr txBox="1"/>
          <p:nvPr>
            <p:ph idx="5" type="subTitle"/>
          </p:nvPr>
        </p:nvSpPr>
        <p:spPr>
          <a:xfrm>
            <a:off x="7828767" y="5392133"/>
            <a:ext cx="2374800" cy="749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3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5" name="Google Shape;415;g3f0a1af8da8_0_1241"/>
          <p:cNvGrpSpPr/>
          <p:nvPr/>
        </p:nvGrpSpPr>
        <p:grpSpPr>
          <a:xfrm rot="3561666">
            <a:off x="-2106874" y="-1213233"/>
            <a:ext cx="9671101" cy="9499912"/>
            <a:chOff x="858308" y="3710050"/>
            <a:chExt cx="4757835" cy="4673616"/>
          </a:xfrm>
        </p:grpSpPr>
        <p:sp>
          <p:nvSpPr>
            <p:cNvPr id="416" name="Google Shape;416;g3f0a1af8da8_0_1241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g3f0a1af8da8_0_1241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g3f0a1af8da8_0_1241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g3f0a1af8da8_0_1241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g3f0a1af8da8_0_1241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1" name="Google Shape;421;g3f0a1af8da8_0_1241"/>
          <p:cNvSpPr/>
          <p:nvPr/>
        </p:nvSpPr>
        <p:spPr>
          <a:xfrm rot="3418406">
            <a:off x="6994327" y="5738441"/>
            <a:ext cx="734134" cy="766701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f0a1af8da8_0_1241"/>
          <p:cNvSpPr/>
          <p:nvPr/>
        </p:nvSpPr>
        <p:spPr>
          <a:xfrm>
            <a:off x="10467400" y="872520"/>
            <a:ext cx="939661" cy="1006310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f0a1af8da8_0_1241"/>
          <p:cNvSpPr/>
          <p:nvPr/>
        </p:nvSpPr>
        <p:spPr>
          <a:xfrm rot="2854347">
            <a:off x="896365" y="5603073"/>
            <a:ext cx="437282" cy="456680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f0a1af8da8_0_1241"/>
          <p:cNvSpPr txBox="1"/>
          <p:nvPr>
            <p:ph type="title"/>
          </p:nvPr>
        </p:nvSpPr>
        <p:spPr>
          <a:xfrm>
            <a:off x="954633" y="593367"/>
            <a:ext cx="10282800" cy="765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3_1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g3f0a1af8da8_0_1252"/>
          <p:cNvGrpSpPr/>
          <p:nvPr/>
        </p:nvGrpSpPr>
        <p:grpSpPr>
          <a:xfrm rot="3561666">
            <a:off x="2038460" y="1148967"/>
            <a:ext cx="9671101" cy="9499912"/>
            <a:chOff x="858308" y="3710050"/>
            <a:chExt cx="4757835" cy="4673616"/>
          </a:xfrm>
        </p:grpSpPr>
        <p:sp>
          <p:nvSpPr>
            <p:cNvPr id="427" name="Google Shape;427;g3f0a1af8da8_0_1252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g3f0a1af8da8_0_1252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g3f0a1af8da8_0_1252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g3f0a1af8da8_0_1252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g3f0a1af8da8_0_1252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2" name="Google Shape;432;g3f0a1af8da8_0_1252"/>
          <p:cNvSpPr/>
          <p:nvPr/>
        </p:nvSpPr>
        <p:spPr>
          <a:xfrm rot="3418411">
            <a:off x="741890" y="1902051"/>
            <a:ext cx="644883" cy="673467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f0a1af8da8_0_1252"/>
          <p:cNvSpPr/>
          <p:nvPr/>
        </p:nvSpPr>
        <p:spPr>
          <a:xfrm>
            <a:off x="10950000" y="3310730"/>
            <a:ext cx="714504" cy="765183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f0a1af8da8_0_1252"/>
          <p:cNvSpPr/>
          <p:nvPr/>
        </p:nvSpPr>
        <p:spPr>
          <a:xfrm rot="6238152">
            <a:off x="1029407" y="5947711"/>
            <a:ext cx="437296" cy="456695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f0a1af8da8_0_1252"/>
          <p:cNvSpPr txBox="1"/>
          <p:nvPr>
            <p:ph type="title"/>
          </p:nvPr>
        </p:nvSpPr>
        <p:spPr>
          <a:xfrm>
            <a:off x="954633" y="593367"/>
            <a:ext cx="10282800" cy="765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3_1_2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437;g3f0a1af8da8_0_1263"/>
          <p:cNvGrpSpPr/>
          <p:nvPr/>
        </p:nvGrpSpPr>
        <p:grpSpPr>
          <a:xfrm rot="3561666">
            <a:off x="1715926" y="-3945917"/>
            <a:ext cx="9671101" cy="9499912"/>
            <a:chOff x="858308" y="3710050"/>
            <a:chExt cx="4757835" cy="4673616"/>
          </a:xfrm>
        </p:grpSpPr>
        <p:sp>
          <p:nvSpPr>
            <p:cNvPr id="438" name="Google Shape;438;g3f0a1af8da8_0_1263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g3f0a1af8da8_0_1263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g3f0a1af8da8_0_1263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g3f0a1af8da8_0_1263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g3f0a1af8da8_0_1263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3" name="Google Shape;443;g3f0a1af8da8_0_1263"/>
          <p:cNvSpPr/>
          <p:nvPr/>
        </p:nvSpPr>
        <p:spPr>
          <a:xfrm rot="3418354">
            <a:off x="454657" y="3575159"/>
            <a:ext cx="250980" cy="262113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f0a1af8da8_0_1263"/>
          <p:cNvSpPr/>
          <p:nvPr/>
        </p:nvSpPr>
        <p:spPr>
          <a:xfrm>
            <a:off x="10924600" y="5977084"/>
            <a:ext cx="477903" cy="511878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f0a1af8da8_0_1263"/>
          <p:cNvSpPr/>
          <p:nvPr/>
        </p:nvSpPr>
        <p:spPr>
          <a:xfrm rot="6238152">
            <a:off x="10636374" y="862944"/>
            <a:ext cx="437296" cy="456695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f0a1af8da8_0_1263"/>
          <p:cNvSpPr txBox="1"/>
          <p:nvPr>
            <p:ph type="title"/>
          </p:nvPr>
        </p:nvSpPr>
        <p:spPr>
          <a:xfrm>
            <a:off x="954633" y="593367"/>
            <a:ext cx="10282800" cy="765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_1_2_1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Google Shape;448;g3f0a1af8da8_0_1274"/>
          <p:cNvGrpSpPr/>
          <p:nvPr/>
        </p:nvGrpSpPr>
        <p:grpSpPr>
          <a:xfrm rot="3561666">
            <a:off x="2038460" y="1148967"/>
            <a:ext cx="9671101" cy="9499912"/>
            <a:chOff x="858308" y="3710050"/>
            <a:chExt cx="4757835" cy="4673616"/>
          </a:xfrm>
        </p:grpSpPr>
        <p:sp>
          <p:nvSpPr>
            <p:cNvPr id="449" name="Google Shape;449;g3f0a1af8da8_0_1274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g3f0a1af8da8_0_1274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g3f0a1af8da8_0_1274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g3f0a1af8da8_0_1274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g3f0a1af8da8_0_1274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4" name="Google Shape;454;g3f0a1af8da8_0_1274"/>
          <p:cNvSpPr/>
          <p:nvPr/>
        </p:nvSpPr>
        <p:spPr>
          <a:xfrm rot="3418411">
            <a:off x="741890" y="1902051"/>
            <a:ext cx="644883" cy="673467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f0a1af8da8_0_1274"/>
          <p:cNvSpPr/>
          <p:nvPr/>
        </p:nvSpPr>
        <p:spPr>
          <a:xfrm>
            <a:off x="10950000" y="3310730"/>
            <a:ext cx="714504" cy="765183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f0a1af8da8_0_1274"/>
          <p:cNvSpPr/>
          <p:nvPr/>
        </p:nvSpPr>
        <p:spPr>
          <a:xfrm rot="6238152">
            <a:off x="1029407" y="5947711"/>
            <a:ext cx="437296" cy="456695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f0a1af8da8_0_1274"/>
          <p:cNvSpPr txBox="1"/>
          <p:nvPr>
            <p:ph type="title"/>
          </p:nvPr>
        </p:nvSpPr>
        <p:spPr>
          <a:xfrm>
            <a:off x="954633" y="593367"/>
            <a:ext cx="10282800" cy="765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3_1_1">
    <p:bg>
      <p:bgPr>
        <a:solidFill>
          <a:schemeClr val="dk2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g3f0a1af8da8_0_1285"/>
          <p:cNvGrpSpPr/>
          <p:nvPr/>
        </p:nvGrpSpPr>
        <p:grpSpPr>
          <a:xfrm rot="3561666">
            <a:off x="-2419240" y="-146433"/>
            <a:ext cx="9671101" cy="9499912"/>
            <a:chOff x="858308" y="3710050"/>
            <a:chExt cx="4757835" cy="4673616"/>
          </a:xfrm>
        </p:grpSpPr>
        <p:sp>
          <p:nvSpPr>
            <p:cNvPr id="460" name="Google Shape;460;g3f0a1af8da8_0_1285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g3f0a1af8da8_0_1285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g3f0a1af8da8_0_1285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g3f0a1af8da8_0_1285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g3f0a1af8da8_0_1285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5" name="Google Shape;465;g3f0a1af8da8_0_1285"/>
          <p:cNvSpPr/>
          <p:nvPr/>
        </p:nvSpPr>
        <p:spPr>
          <a:xfrm rot="3418411">
            <a:off x="10724090" y="5788251"/>
            <a:ext cx="644883" cy="673467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f0a1af8da8_0_1285"/>
          <p:cNvSpPr/>
          <p:nvPr/>
        </p:nvSpPr>
        <p:spPr>
          <a:xfrm flipH="1">
            <a:off x="592800" y="1888061"/>
            <a:ext cx="548716" cy="587675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f0a1af8da8_0_1285"/>
          <p:cNvSpPr/>
          <p:nvPr/>
        </p:nvSpPr>
        <p:spPr>
          <a:xfrm flipH="1" rot="8362159">
            <a:off x="11037025" y="1344033"/>
            <a:ext cx="437293" cy="456692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g3f0a1af8da8_0_1285"/>
          <p:cNvSpPr txBox="1"/>
          <p:nvPr>
            <p:ph type="title"/>
          </p:nvPr>
        </p:nvSpPr>
        <p:spPr>
          <a:xfrm>
            <a:off x="954633" y="593367"/>
            <a:ext cx="10282800" cy="765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 sz="4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CUSTOM_5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oogle Shape;470;g3f0a1af8da8_0_1296"/>
          <p:cNvGrpSpPr/>
          <p:nvPr/>
        </p:nvGrpSpPr>
        <p:grpSpPr>
          <a:xfrm rot="3561666">
            <a:off x="-2749440" y="-248033"/>
            <a:ext cx="9671101" cy="9499912"/>
            <a:chOff x="858308" y="3710050"/>
            <a:chExt cx="4757835" cy="4673616"/>
          </a:xfrm>
        </p:grpSpPr>
        <p:sp>
          <p:nvSpPr>
            <p:cNvPr id="471" name="Google Shape;471;g3f0a1af8da8_0_1296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g3f0a1af8da8_0_1296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g3f0a1af8da8_0_1296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g3f0a1af8da8_0_1296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g3f0a1af8da8_0_1296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6" name="Google Shape;476;g3f0a1af8da8_0_1296"/>
          <p:cNvSpPr/>
          <p:nvPr/>
        </p:nvSpPr>
        <p:spPr>
          <a:xfrm rot="3418398">
            <a:off x="1356173" y="681730"/>
            <a:ext cx="945347" cy="987260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3f0a1af8da8_0_1296"/>
          <p:cNvSpPr/>
          <p:nvPr/>
        </p:nvSpPr>
        <p:spPr>
          <a:xfrm>
            <a:off x="6492300" y="2391835"/>
            <a:ext cx="777991" cy="833173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f0a1af8da8_0_1296"/>
          <p:cNvSpPr/>
          <p:nvPr/>
        </p:nvSpPr>
        <p:spPr>
          <a:xfrm rot="6238272">
            <a:off x="1852646" y="5363044"/>
            <a:ext cx="574471" cy="599955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f0a1af8da8_0_1296"/>
          <p:cNvSpPr txBox="1"/>
          <p:nvPr>
            <p:ph type="title"/>
          </p:nvPr>
        </p:nvSpPr>
        <p:spPr>
          <a:xfrm>
            <a:off x="954633" y="2391833"/>
            <a:ext cx="5421300" cy="1241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80" name="Google Shape;480;g3f0a1af8da8_0_1296"/>
          <p:cNvSpPr txBox="1"/>
          <p:nvPr>
            <p:ph idx="1" type="subTitle"/>
          </p:nvPr>
        </p:nvSpPr>
        <p:spPr>
          <a:xfrm>
            <a:off x="954633" y="3633433"/>
            <a:ext cx="4002900" cy="76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CUSTOM_5_1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" name="Google Shape;482;g3f0a1af8da8_0_1308"/>
          <p:cNvGrpSpPr/>
          <p:nvPr/>
        </p:nvGrpSpPr>
        <p:grpSpPr>
          <a:xfrm rot="3561666">
            <a:off x="194060" y="298067"/>
            <a:ext cx="9671101" cy="9499912"/>
            <a:chOff x="858308" y="3710050"/>
            <a:chExt cx="4757835" cy="4673616"/>
          </a:xfrm>
        </p:grpSpPr>
        <p:sp>
          <p:nvSpPr>
            <p:cNvPr id="483" name="Google Shape;483;g3f0a1af8da8_0_1308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g3f0a1af8da8_0_1308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g3f0a1af8da8_0_1308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g3f0a1af8da8_0_1308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g3f0a1af8da8_0_1308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8" name="Google Shape;488;g3f0a1af8da8_0_1308"/>
          <p:cNvSpPr/>
          <p:nvPr/>
        </p:nvSpPr>
        <p:spPr>
          <a:xfrm rot="1531500">
            <a:off x="3685625" y="5436131"/>
            <a:ext cx="832777" cy="954750"/>
          </a:xfrm>
          <a:custGeom>
            <a:rect b="b" l="l" r="r" t="t"/>
            <a:pathLst>
              <a:path extrusionOk="0" h="19349" w="16879">
                <a:moveTo>
                  <a:pt x="10408" y="1"/>
                </a:moveTo>
                <a:cubicBezTo>
                  <a:pt x="9474" y="1936"/>
                  <a:pt x="8540" y="3870"/>
                  <a:pt x="7806" y="5905"/>
                </a:cubicBezTo>
                <a:cubicBezTo>
                  <a:pt x="6505" y="6072"/>
                  <a:pt x="5196" y="6155"/>
                  <a:pt x="3890" y="6155"/>
                </a:cubicBezTo>
                <a:cubicBezTo>
                  <a:pt x="2585" y="6155"/>
                  <a:pt x="1284" y="6072"/>
                  <a:pt x="0" y="5905"/>
                </a:cubicBezTo>
                <a:lnTo>
                  <a:pt x="0" y="5905"/>
                </a:lnTo>
                <a:cubicBezTo>
                  <a:pt x="2002" y="8140"/>
                  <a:pt x="4070" y="10308"/>
                  <a:pt x="6138" y="12477"/>
                </a:cubicBezTo>
                <a:cubicBezTo>
                  <a:pt x="5771" y="14678"/>
                  <a:pt x="5337" y="16880"/>
                  <a:pt x="3903" y="18614"/>
                </a:cubicBezTo>
                <a:cubicBezTo>
                  <a:pt x="5537" y="17480"/>
                  <a:pt x="7038" y="16179"/>
                  <a:pt x="8306" y="14678"/>
                </a:cubicBezTo>
                <a:cubicBezTo>
                  <a:pt x="9874" y="16246"/>
                  <a:pt x="11475" y="17814"/>
                  <a:pt x="13109" y="19348"/>
                </a:cubicBezTo>
                <a:cubicBezTo>
                  <a:pt x="12776" y="16213"/>
                  <a:pt x="12376" y="13044"/>
                  <a:pt x="11942" y="9908"/>
                </a:cubicBezTo>
                <a:cubicBezTo>
                  <a:pt x="13543" y="7606"/>
                  <a:pt x="15111" y="5305"/>
                  <a:pt x="16879" y="3203"/>
                </a:cubicBezTo>
                <a:lnTo>
                  <a:pt x="16879" y="3203"/>
                </a:lnTo>
                <a:cubicBezTo>
                  <a:pt x="15078" y="4071"/>
                  <a:pt x="13210" y="4738"/>
                  <a:pt x="11275" y="5238"/>
                </a:cubicBezTo>
                <a:cubicBezTo>
                  <a:pt x="10975" y="3470"/>
                  <a:pt x="10708" y="1736"/>
                  <a:pt x="1040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f0a1af8da8_0_1308"/>
          <p:cNvSpPr/>
          <p:nvPr/>
        </p:nvSpPr>
        <p:spPr>
          <a:xfrm>
            <a:off x="678867" y="830967"/>
            <a:ext cx="551520" cy="575986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f0a1af8da8_0_1308"/>
          <p:cNvSpPr/>
          <p:nvPr/>
        </p:nvSpPr>
        <p:spPr>
          <a:xfrm>
            <a:off x="4089867" y="1463100"/>
            <a:ext cx="685057" cy="733647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f0a1af8da8_0_1308"/>
          <p:cNvSpPr txBox="1"/>
          <p:nvPr>
            <p:ph type="title"/>
          </p:nvPr>
        </p:nvSpPr>
        <p:spPr>
          <a:xfrm>
            <a:off x="954633" y="1926683"/>
            <a:ext cx="4189200" cy="1502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92" name="Google Shape;492;g3f0a1af8da8_0_1308"/>
          <p:cNvSpPr txBox="1"/>
          <p:nvPr>
            <p:ph idx="1" type="subTitle"/>
          </p:nvPr>
        </p:nvSpPr>
        <p:spPr>
          <a:xfrm>
            <a:off x="954633" y="3427817"/>
            <a:ext cx="4540500" cy="1687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CUSTOM_5_1_1">
    <p:bg>
      <p:bgPr>
        <a:solidFill>
          <a:schemeClr val="dk2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4" name="Google Shape;494;g3f0a1af8da8_0_1320"/>
          <p:cNvGrpSpPr/>
          <p:nvPr/>
        </p:nvGrpSpPr>
        <p:grpSpPr>
          <a:xfrm rot="3561666">
            <a:off x="1260760" y="-1670433"/>
            <a:ext cx="9671101" cy="9499912"/>
            <a:chOff x="858308" y="3710050"/>
            <a:chExt cx="4757835" cy="4673616"/>
          </a:xfrm>
        </p:grpSpPr>
        <p:sp>
          <p:nvSpPr>
            <p:cNvPr id="495" name="Google Shape;495;g3f0a1af8da8_0_1320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g3f0a1af8da8_0_1320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g3f0a1af8da8_0_1320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g3f0a1af8da8_0_1320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g3f0a1af8da8_0_1320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0" name="Google Shape;500;g3f0a1af8da8_0_1320"/>
          <p:cNvSpPr/>
          <p:nvPr/>
        </p:nvSpPr>
        <p:spPr>
          <a:xfrm rot="3418432">
            <a:off x="8997373" y="5551131"/>
            <a:ext cx="830683" cy="867509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f0a1af8da8_0_1320"/>
          <p:cNvSpPr/>
          <p:nvPr/>
        </p:nvSpPr>
        <p:spPr>
          <a:xfrm>
            <a:off x="3152600" y="716671"/>
            <a:ext cx="1215623" cy="1301885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f0a1af8da8_0_1320"/>
          <p:cNvSpPr/>
          <p:nvPr/>
        </p:nvSpPr>
        <p:spPr>
          <a:xfrm rot="2854347">
            <a:off x="735982" y="1617040"/>
            <a:ext cx="437282" cy="456680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f0a1af8da8_0_1320"/>
          <p:cNvSpPr txBox="1"/>
          <p:nvPr>
            <p:ph type="title"/>
          </p:nvPr>
        </p:nvSpPr>
        <p:spPr>
          <a:xfrm>
            <a:off x="954633" y="2379133"/>
            <a:ext cx="4062900" cy="29085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41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None/>
              <a:defRPr sz="5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04" name="Google Shape;504;g3f0a1af8da8_0_1320"/>
          <p:cNvSpPr txBox="1"/>
          <p:nvPr>
            <p:ph idx="1" type="subTitle"/>
          </p:nvPr>
        </p:nvSpPr>
        <p:spPr>
          <a:xfrm>
            <a:off x="954633" y="5287533"/>
            <a:ext cx="6524100" cy="914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_1_1">
    <p:bg>
      <p:bgPr>
        <a:solidFill>
          <a:schemeClr val="accent1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6" name="Google Shape;506;g3f0a1af8da8_0_1332"/>
          <p:cNvGrpSpPr/>
          <p:nvPr/>
        </p:nvGrpSpPr>
        <p:grpSpPr>
          <a:xfrm rot="3561666">
            <a:off x="-2419240" y="-146433"/>
            <a:ext cx="9671101" cy="9499912"/>
            <a:chOff x="858308" y="3710050"/>
            <a:chExt cx="4757835" cy="4673616"/>
          </a:xfrm>
        </p:grpSpPr>
        <p:sp>
          <p:nvSpPr>
            <p:cNvPr id="507" name="Google Shape;507;g3f0a1af8da8_0_1332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g3f0a1af8da8_0_1332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g3f0a1af8da8_0_1332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g3f0a1af8da8_0_1332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g3f0a1af8da8_0_1332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2" name="Google Shape;512;g3f0a1af8da8_0_1332"/>
          <p:cNvSpPr txBox="1"/>
          <p:nvPr>
            <p:ph type="title"/>
          </p:nvPr>
        </p:nvSpPr>
        <p:spPr>
          <a:xfrm>
            <a:off x="954633" y="900667"/>
            <a:ext cx="4002900" cy="87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 sz="76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13" name="Google Shape;513;g3f0a1af8da8_0_1332"/>
          <p:cNvSpPr txBox="1"/>
          <p:nvPr>
            <p:ph idx="1" type="subTitle"/>
          </p:nvPr>
        </p:nvSpPr>
        <p:spPr>
          <a:xfrm>
            <a:off x="954633" y="2082800"/>
            <a:ext cx="4320000" cy="1138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4" name="Google Shape;514;g3f0a1af8da8_0_1332"/>
          <p:cNvSpPr txBox="1"/>
          <p:nvPr/>
        </p:nvSpPr>
        <p:spPr>
          <a:xfrm>
            <a:off x="954633" y="4754800"/>
            <a:ext cx="62589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Oldenburg"/>
                <a:ea typeface="Oldenburg"/>
                <a:cs typeface="Oldenburg"/>
                <a:sym typeface="Oldenburg"/>
              </a:rPr>
              <a:t>CREDITS</a:t>
            </a:r>
            <a:r>
              <a:rPr lang="en-US" sz="2000">
                <a:solidFill>
                  <a:schemeClr val="dk1"/>
                </a:solidFill>
                <a:latin typeface="Oldenburg"/>
                <a:ea typeface="Oldenburg"/>
                <a:cs typeface="Oldenburg"/>
                <a:sym typeface="Oldenburg"/>
              </a:rPr>
              <a:t>: This presentation template was created by </a:t>
            </a:r>
            <a:r>
              <a:rPr b="1" lang="en-US" sz="2000">
                <a:solidFill>
                  <a:schemeClr val="dk1"/>
                </a:solidFill>
                <a:uFill>
                  <a:noFill/>
                </a:uFill>
                <a:latin typeface="Oldenburg"/>
                <a:ea typeface="Oldenburg"/>
                <a:cs typeface="Oldenburg"/>
                <a:sym typeface="Oldenburg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-US" sz="2000">
                <a:solidFill>
                  <a:schemeClr val="dk1"/>
                </a:solidFill>
                <a:latin typeface="Oldenburg"/>
                <a:ea typeface="Oldenburg"/>
                <a:cs typeface="Oldenburg"/>
                <a:sym typeface="Oldenburg"/>
              </a:rPr>
              <a:t>, including icons by </a:t>
            </a:r>
            <a:r>
              <a:rPr b="1" lang="en-US" sz="2000">
                <a:solidFill>
                  <a:schemeClr val="dk1"/>
                </a:solidFill>
                <a:uFill>
                  <a:noFill/>
                </a:uFill>
                <a:latin typeface="Oldenburg"/>
                <a:ea typeface="Oldenburg"/>
                <a:cs typeface="Oldenburg"/>
                <a:sym typeface="Oldenburg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-US" sz="2000">
                <a:solidFill>
                  <a:schemeClr val="dk1"/>
                </a:solidFill>
                <a:latin typeface="Oldenburg"/>
                <a:ea typeface="Oldenburg"/>
                <a:cs typeface="Oldenburg"/>
                <a:sym typeface="Oldenburg"/>
              </a:rPr>
              <a:t>, infographics &amp; images by </a:t>
            </a:r>
            <a:r>
              <a:rPr b="1" lang="en-US" sz="2000">
                <a:solidFill>
                  <a:schemeClr val="dk1"/>
                </a:solidFill>
                <a:uFill>
                  <a:noFill/>
                </a:uFill>
                <a:latin typeface="Oldenburg"/>
                <a:ea typeface="Oldenburg"/>
                <a:cs typeface="Oldenburg"/>
                <a:sym typeface="Oldenburg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-US" sz="2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2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5" name="Google Shape;515;g3f0a1af8da8_0_1332"/>
          <p:cNvSpPr/>
          <p:nvPr/>
        </p:nvSpPr>
        <p:spPr>
          <a:xfrm rot="-358176">
            <a:off x="6291485" y="702882"/>
            <a:ext cx="5484667" cy="5452250"/>
          </a:xfrm>
          <a:custGeom>
            <a:rect b="b" l="l" r="r" t="t"/>
            <a:pathLst>
              <a:path extrusionOk="0" h="49737" w="50036">
                <a:moveTo>
                  <a:pt x="21482" y="1"/>
                </a:moveTo>
                <a:lnTo>
                  <a:pt x="20648" y="13444"/>
                </a:lnTo>
                <a:lnTo>
                  <a:pt x="11041" y="4004"/>
                </a:lnTo>
                <a:lnTo>
                  <a:pt x="16145" y="16479"/>
                </a:lnTo>
                <a:lnTo>
                  <a:pt x="3369" y="12110"/>
                </a:lnTo>
                <a:lnTo>
                  <a:pt x="13376" y="21183"/>
                </a:lnTo>
                <a:lnTo>
                  <a:pt x="0" y="22784"/>
                </a:lnTo>
                <a:lnTo>
                  <a:pt x="12943" y="26587"/>
                </a:lnTo>
                <a:lnTo>
                  <a:pt x="1568" y="33859"/>
                </a:lnTo>
                <a:lnTo>
                  <a:pt x="1568" y="33859"/>
                </a:lnTo>
                <a:lnTo>
                  <a:pt x="14877" y="31657"/>
                </a:lnTo>
                <a:lnTo>
                  <a:pt x="7772" y="43132"/>
                </a:lnTo>
                <a:lnTo>
                  <a:pt x="7772" y="43132"/>
                </a:lnTo>
                <a:lnTo>
                  <a:pt x="18813" y="35393"/>
                </a:lnTo>
                <a:lnTo>
                  <a:pt x="17412" y="48803"/>
                </a:lnTo>
                <a:lnTo>
                  <a:pt x="17412" y="48803"/>
                </a:lnTo>
                <a:lnTo>
                  <a:pt x="24017" y="37061"/>
                </a:lnTo>
                <a:lnTo>
                  <a:pt x="28554" y="49737"/>
                </a:lnTo>
                <a:lnTo>
                  <a:pt x="29388" y="36294"/>
                </a:lnTo>
                <a:lnTo>
                  <a:pt x="38995" y="45734"/>
                </a:lnTo>
                <a:lnTo>
                  <a:pt x="38995" y="45734"/>
                </a:lnTo>
                <a:lnTo>
                  <a:pt x="33891" y="33258"/>
                </a:lnTo>
                <a:lnTo>
                  <a:pt x="46667" y="37595"/>
                </a:lnTo>
                <a:lnTo>
                  <a:pt x="36660" y="28555"/>
                </a:lnTo>
                <a:lnTo>
                  <a:pt x="50036" y="26954"/>
                </a:lnTo>
                <a:lnTo>
                  <a:pt x="37127" y="23151"/>
                </a:lnTo>
                <a:lnTo>
                  <a:pt x="48468" y="15879"/>
                </a:lnTo>
                <a:lnTo>
                  <a:pt x="35192" y="18081"/>
                </a:lnTo>
                <a:lnTo>
                  <a:pt x="42264" y="6606"/>
                </a:lnTo>
                <a:lnTo>
                  <a:pt x="31222" y="14345"/>
                </a:lnTo>
                <a:lnTo>
                  <a:pt x="32623" y="935"/>
                </a:lnTo>
                <a:lnTo>
                  <a:pt x="26052" y="12677"/>
                </a:lnTo>
                <a:lnTo>
                  <a:pt x="2148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f0a1af8da8_0_1332"/>
          <p:cNvSpPr/>
          <p:nvPr/>
        </p:nvSpPr>
        <p:spPr>
          <a:xfrm>
            <a:off x="7843219" y="2266290"/>
            <a:ext cx="256590" cy="223951"/>
          </a:xfrm>
          <a:custGeom>
            <a:rect b="b" l="l" r="r" t="t"/>
            <a:pathLst>
              <a:path extrusionOk="0" h="7280" w="8341">
                <a:moveTo>
                  <a:pt x="6310" y="0"/>
                </a:moveTo>
                <a:cubicBezTo>
                  <a:pt x="2760" y="0"/>
                  <a:pt x="0" y="2915"/>
                  <a:pt x="902" y="7279"/>
                </a:cubicBezTo>
                <a:cubicBezTo>
                  <a:pt x="902" y="7279"/>
                  <a:pt x="1" y="308"/>
                  <a:pt x="8340" y="308"/>
                </a:cubicBezTo>
                <a:cubicBezTo>
                  <a:pt x="7649" y="100"/>
                  <a:pt x="6966" y="0"/>
                  <a:pt x="631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g3f0a1af8da8_0_1332"/>
          <p:cNvSpPr/>
          <p:nvPr/>
        </p:nvSpPr>
        <p:spPr>
          <a:xfrm>
            <a:off x="7808333" y="2303733"/>
            <a:ext cx="177929" cy="322492"/>
          </a:xfrm>
          <a:custGeom>
            <a:rect b="b" l="l" r="r" t="t"/>
            <a:pathLst>
              <a:path extrusionOk="0" h="9675" w="5338">
                <a:moveTo>
                  <a:pt x="5337" y="1"/>
                </a:moveTo>
                <a:cubicBezTo>
                  <a:pt x="5336" y="1"/>
                  <a:pt x="0" y="3470"/>
                  <a:pt x="2935" y="9674"/>
                </a:cubicBezTo>
                <a:cubicBezTo>
                  <a:pt x="1601" y="3137"/>
                  <a:pt x="5337" y="1"/>
                  <a:pt x="533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f0a1af8da8_0_1332"/>
          <p:cNvSpPr/>
          <p:nvPr/>
        </p:nvSpPr>
        <p:spPr>
          <a:xfrm>
            <a:off x="5206467" y="3429000"/>
            <a:ext cx="422523" cy="329325"/>
          </a:xfrm>
          <a:custGeom>
            <a:rect b="b" l="l" r="r" t="t"/>
            <a:pathLst>
              <a:path extrusionOk="0" h="9880" w="12676">
                <a:moveTo>
                  <a:pt x="10107" y="0"/>
                </a:moveTo>
                <a:lnTo>
                  <a:pt x="4904" y="7205"/>
                </a:lnTo>
                <a:cubicBezTo>
                  <a:pt x="4637" y="6705"/>
                  <a:pt x="4303" y="6271"/>
                  <a:pt x="3836" y="5938"/>
                </a:cubicBezTo>
                <a:cubicBezTo>
                  <a:pt x="3399" y="5588"/>
                  <a:pt x="2836" y="5392"/>
                  <a:pt x="2255" y="5392"/>
                </a:cubicBezTo>
                <a:cubicBezTo>
                  <a:pt x="2171" y="5392"/>
                  <a:pt x="2086" y="5396"/>
                  <a:pt x="2002" y="5404"/>
                </a:cubicBezTo>
                <a:cubicBezTo>
                  <a:pt x="1401" y="5504"/>
                  <a:pt x="834" y="5838"/>
                  <a:pt x="501" y="6338"/>
                </a:cubicBezTo>
                <a:cubicBezTo>
                  <a:pt x="167" y="6772"/>
                  <a:pt x="0" y="7306"/>
                  <a:pt x="100" y="7873"/>
                </a:cubicBezTo>
                <a:cubicBezTo>
                  <a:pt x="234" y="8440"/>
                  <a:pt x="567" y="8940"/>
                  <a:pt x="1068" y="9240"/>
                </a:cubicBezTo>
                <a:cubicBezTo>
                  <a:pt x="1501" y="9540"/>
                  <a:pt x="2002" y="9774"/>
                  <a:pt x="2535" y="9841"/>
                </a:cubicBezTo>
                <a:cubicBezTo>
                  <a:pt x="2660" y="9867"/>
                  <a:pt x="2788" y="9880"/>
                  <a:pt x="2916" y="9880"/>
                </a:cubicBezTo>
                <a:cubicBezTo>
                  <a:pt x="3266" y="9880"/>
                  <a:pt x="3619" y="9787"/>
                  <a:pt x="3936" y="9641"/>
                </a:cubicBezTo>
                <a:cubicBezTo>
                  <a:pt x="4437" y="9307"/>
                  <a:pt x="4837" y="8907"/>
                  <a:pt x="5171" y="8406"/>
                </a:cubicBezTo>
                <a:lnTo>
                  <a:pt x="9640" y="2202"/>
                </a:lnTo>
                <a:lnTo>
                  <a:pt x="9841" y="2369"/>
                </a:lnTo>
                <a:cubicBezTo>
                  <a:pt x="10241" y="2669"/>
                  <a:pt x="10608" y="3036"/>
                  <a:pt x="10875" y="3469"/>
                </a:cubicBezTo>
                <a:cubicBezTo>
                  <a:pt x="11041" y="3770"/>
                  <a:pt x="11141" y="4103"/>
                  <a:pt x="11108" y="4470"/>
                </a:cubicBezTo>
                <a:cubicBezTo>
                  <a:pt x="11075" y="4804"/>
                  <a:pt x="10908" y="5171"/>
                  <a:pt x="10708" y="5471"/>
                </a:cubicBezTo>
                <a:lnTo>
                  <a:pt x="10474" y="5771"/>
                </a:lnTo>
                <a:lnTo>
                  <a:pt x="11208" y="6305"/>
                </a:lnTo>
                <a:lnTo>
                  <a:pt x="11742" y="5538"/>
                </a:lnTo>
                <a:cubicBezTo>
                  <a:pt x="12075" y="5104"/>
                  <a:pt x="12342" y="4604"/>
                  <a:pt x="12509" y="4070"/>
                </a:cubicBezTo>
                <a:cubicBezTo>
                  <a:pt x="12643" y="3670"/>
                  <a:pt x="12676" y="3236"/>
                  <a:pt x="12609" y="2836"/>
                </a:cubicBezTo>
                <a:cubicBezTo>
                  <a:pt x="12509" y="2335"/>
                  <a:pt x="12309" y="1902"/>
                  <a:pt x="12009" y="1535"/>
                </a:cubicBezTo>
                <a:cubicBezTo>
                  <a:pt x="11508" y="1034"/>
                  <a:pt x="10975" y="601"/>
                  <a:pt x="10374" y="200"/>
                </a:cubicBezTo>
                <a:lnTo>
                  <a:pt x="1010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f0a1af8da8_0_1332"/>
          <p:cNvSpPr/>
          <p:nvPr/>
        </p:nvSpPr>
        <p:spPr>
          <a:xfrm>
            <a:off x="10190072" y="3682622"/>
            <a:ext cx="200141" cy="197188"/>
          </a:xfrm>
          <a:custGeom>
            <a:rect b="b" l="l" r="r" t="t"/>
            <a:pathLst>
              <a:path extrusionOk="0" h="6410" w="6506">
                <a:moveTo>
                  <a:pt x="6172" y="0"/>
                </a:moveTo>
                <a:lnTo>
                  <a:pt x="3170" y="4904"/>
                </a:lnTo>
                <a:cubicBezTo>
                  <a:pt x="3036" y="4704"/>
                  <a:pt x="2869" y="4537"/>
                  <a:pt x="2703" y="4437"/>
                </a:cubicBezTo>
                <a:cubicBezTo>
                  <a:pt x="2380" y="4238"/>
                  <a:pt x="2020" y="4132"/>
                  <a:pt x="1664" y="4132"/>
                </a:cubicBezTo>
                <a:cubicBezTo>
                  <a:pt x="1542" y="4132"/>
                  <a:pt x="1421" y="4144"/>
                  <a:pt x="1302" y="4170"/>
                </a:cubicBezTo>
                <a:cubicBezTo>
                  <a:pt x="835" y="4203"/>
                  <a:pt x="434" y="4437"/>
                  <a:pt x="168" y="4837"/>
                </a:cubicBezTo>
                <a:cubicBezTo>
                  <a:pt x="34" y="5037"/>
                  <a:pt x="1" y="5271"/>
                  <a:pt x="67" y="5504"/>
                </a:cubicBezTo>
                <a:cubicBezTo>
                  <a:pt x="168" y="5771"/>
                  <a:pt x="368" y="5971"/>
                  <a:pt x="601" y="6105"/>
                </a:cubicBezTo>
                <a:cubicBezTo>
                  <a:pt x="899" y="6303"/>
                  <a:pt x="1253" y="6410"/>
                  <a:pt x="1620" y="6410"/>
                </a:cubicBezTo>
                <a:cubicBezTo>
                  <a:pt x="1747" y="6410"/>
                  <a:pt x="1874" y="6397"/>
                  <a:pt x="2002" y="6371"/>
                </a:cubicBezTo>
                <a:cubicBezTo>
                  <a:pt x="2436" y="6338"/>
                  <a:pt x="2869" y="6105"/>
                  <a:pt x="3103" y="5704"/>
                </a:cubicBezTo>
                <a:lnTo>
                  <a:pt x="6505" y="200"/>
                </a:lnTo>
                <a:lnTo>
                  <a:pt x="6172" y="0"/>
                </a:lnTo>
                <a:close/>
              </a:path>
            </a:pathLst>
          </a:custGeom>
          <a:solidFill>
            <a:srgbClr val="1D464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f0a1af8da8_0_1332"/>
          <p:cNvSpPr/>
          <p:nvPr/>
        </p:nvSpPr>
        <p:spPr>
          <a:xfrm>
            <a:off x="10190072" y="3682622"/>
            <a:ext cx="200141" cy="197188"/>
          </a:xfrm>
          <a:custGeom>
            <a:rect b="b" l="l" r="r" t="t"/>
            <a:pathLst>
              <a:path extrusionOk="0" h="6410" w="6506">
                <a:moveTo>
                  <a:pt x="6172" y="0"/>
                </a:moveTo>
                <a:lnTo>
                  <a:pt x="3170" y="4904"/>
                </a:lnTo>
                <a:cubicBezTo>
                  <a:pt x="3036" y="4704"/>
                  <a:pt x="2869" y="4537"/>
                  <a:pt x="2703" y="4437"/>
                </a:cubicBezTo>
                <a:cubicBezTo>
                  <a:pt x="2380" y="4238"/>
                  <a:pt x="2020" y="4132"/>
                  <a:pt x="1664" y="4132"/>
                </a:cubicBezTo>
                <a:cubicBezTo>
                  <a:pt x="1542" y="4132"/>
                  <a:pt x="1421" y="4144"/>
                  <a:pt x="1302" y="4170"/>
                </a:cubicBezTo>
                <a:cubicBezTo>
                  <a:pt x="835" y="4203"/>
                  <a:pt x="434" y="4437"/>
                  <a:pt x="168" y="4837"/>
                </a:cubicBezTo>
                <a:cubicBezTo>
                  <a:pt x="34" y="5037"/>
                  <a:pt x="1" y="5271"/>
                  <a:pt x="67" y="5504"/>
                </a:cubicBezTo>
                <a:cubicBezTo>
                  <a:pt x="168" y="5771"/>
                  <a:pt x="368" y="5971"/>
                  <a:pt x="601" y="6105"/>
                </a:cubicBezTo>
                <a:cubicBezTo>
                  <a:pt x="899" y="6303"/>
                  <a:pt x="1253" y="6410"/>
                  <a:pt x="1620" y="6410"/>
                </a:cubicBezTo>
                <a:cubicBezTo>
                  <a:pt x="1747" y="6410"/>
                  <a:pt x="1874" y="6397"/>
                  <a:pt x="2002" y="6371"/>
                </a:cubicBezTo>
                <a:cubicBezTo>
                  <a:pt x="2436" y="6338"/>
                  <a:pt x="2869" y="6105"/>
                  <a:pt x="3103" y="5704"/>
                </a:cubicBezTo>
                <a:lnTo>
                  <a:pt x="6505" y="200"/>
                </a:lnTo>
                <a:lnTo>
                  <a:pt x="617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1" name="Google Shape;521;g3f0a1af8da8_0_1332"/>
          <p:cNvGrpSpPr/>
          <p:nvPr/>
        </p:nvGrpSpPr>
        <p:grpSpPr>
          <a:xfrm>
            <a:off x="7694311" y="432535"/>
            <a:ext cx="2865726" cy="5992909"/>
            <a:chOff x="5856250" y="408575"/>
            <a:chExt cx="2014145" cy="4212053"/>
          </a:xfrm>
        </p:grpSpPr>
        <p:sp>
          <p:nvSpPr>
            <p:cNvPr id="522" name="Google Shape;522;g3f0a1af8da8_0_1332"/>
            <p:cNvSpPr/>
            <p:nvPr/>
          </p:nvSpPr>
          <p:spPr>
            <a:xfrm>
              <a:off x="5953223" y="2477969"/>
              <a:ext cx="327122" cy="345834"/>
            </a:xfrm>
            <a:custGeom>
              <a:rect b="b" l="l" r="r" t="t"/>
              <a:pathLst>
                <a:path extrusionOk="0" h="14989" w="14178">
                  <a:moveTo>
                    <a:pt x="9708" y="0"/>
                  </a:moveTo>
                  <a:cubicBezTo>
                    <a:pt x="9708" y="0"/>
                    <a:pt x="7273" y="6172"/>
                    <a:pt x="6405" y="6605"/>
                  </a:cubicBezTo>
                  <a:cubicBezTo>
                    <a:pt x="5571" y="7039"/>
                    <a:pt x="1" y="10842"/>
                    <a:pt x="3737" y="13610"/>
                  </a:cubicBezTo>
                  <a:cubicBezTo>
                    <a:pt x="3737" y="13610"/>
                    <a:pt x="6524" y="14989"/>
                    <a:pt x="8995" y="14989"/>
                  </a:cubicBezTo>
                  <a:cubicBezTo>
                    <a:pt x="10230" y="14989"/>
                    <a:pt x="11387" y="14644"/>
                    <a:pt x="12076" y="13610"/>
                  </a:cubicBezTo>
                  <a:cubicBezTo>
                    <a:pt x="14178" y="10541"/>
                    <a:pt x="9708" y="0"/>
                    <a:pt x="9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g3f0a1af8da8_0_1332"/>
            <p:cNvSpPr/>
            <p:nvPr/>
          </p:nvSpPr>
          <p:spPr>
            <a:xfrm>
              <a:off x="5929920" y="4111881"/>
              <a:ext cx="573628" cy="318424"/>
            </a:xfrm>
            <a:custGeom>
              <a:rect b="b" l="l" r="r" t="t"/>
              <a:pathLst>
                <a:path extrusionOk="0" h="13801" w="24862">
                  <a:moveTo>
                    <a:pt x="21692" y="1"/>
                  </a:moveTo>
                  <a:lnTo>
                    <a:pt x="13086" y="2536"/>
                  </a:lnTo>
                  <a:cubicBezTo>
                    <a:pt x="13086" y="2536"/>
                    <a:pt x="4680" y="9441"/>
                    <a:pt x="1711" y="11676"/>
                  </a:cubicBezTo>
                  <a:cubicBezTo>
                    <a:pt x="1678" y="11709"/>
                    <a:pt x="1645" y="11743"/>
                    <a:pt x="1611" y="11743"/>
                  </a:cubicBezTo>
                  <a:cubicBezTo>
                    <a:pt x="1" y="13042"/>
                    <a:pt x="1200" y="13801"/>
                    <a:pt x="4199" y="13801"/>
                  </a:cubicBezTo>
                  <a:cubicBezTo>
                    <a:pt x="6356" y="13801"/>
                    <a:pt x="9444" y="13408"/>
                    <a:pt x="13086" y="12543"/>
                  </a:cubicBezTo>
                  <a:cubicBezTo>
                    <a:pt x="21892" y="10408"/>
                    <a:pt x="24861" y="10542"/>
                    <a:pt x="24861" y="9441"/>
                  </a:cubicBezTo>
                  <a:cubicBezTo>
                    <a:pt x="24861" y="9007"/>
                    <a:pt x="24861" y="7940"/>
                    <a:pt x="24761" y="6706"/>
                  </a:cubicBezTo>
                  <a:cubicBezTo>
                    <a:pt x="24594" y="5104"/>
                    <a:pt x="24327" y="3170"/>
                    <a:pt x="23827" y="2002"/>
                  </a:cubicBezTo>
                  <a:cubicBezTo>
                    <a:pt x="23694" y="1635"/>
                    <a:pt x="23460" y="1302"/>
                    <a:pt x="23160" y="1068"/>
                  </a:cubicBezTo>
                  <a:lnTo>
                    <a:pt x="2169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g3f0a1af8da8_0_1332"/>
            <p:cNvSpPr/>
            <p:nvPr/>
          </p:nvSpPr>
          <p:spPr>
            <a:xfrm>
              <a:off x="5929920" y="4266581"/>
              <a:ext cx="573628" cy="163722"/>
            </a:xfrm>
            <a:custGeom>
              <a:rect b="b" l="l" r="r" t="t"/>
              <a:pathLst>
                <a:path extrusionOk="0" h="7096" w="24862">
                  <a:moveTo>
                    <a:pt x="24761" y="1"/>
                  </a:moveTo>
                  <a:cubicBezTo>
                    <a:pt x="16159" y="4062"/>
                    <a:pt x="8681" y="5076"/>
                    <a:pt x="3379" y="5076"/>
                  </a:cubicBezTo>
                  <a:cubicBezTo>
                    <a:pt x="2760" y="5076"/>
                    <a:pt x="2170" y="5062"/>
                    <a:pt x="1611" y="5038"/>
                  </a:cubicBezTo>
                  <a:lnTo>
                    <a:pt x="1611" y="5038"/>
                  </a:lnTo>
                  <a:cubicBezTo>
                    <a:pt x="1" y="6337"/>
                    <a:pt x="1200" y="7096"/>
                    <a:pt x="4199" y="7096"/>
                  </a:cubicBezTo>
                  <a:cubicBezTo>
                    <a:pt x="6356" y="7096"/>
                    <a:pt x="9444" y="6703"/>
                    <a:pt x="13086" y="5838"/>
                  </a:cubicBezTo>
                  <a:cubicBezTo>
                    <a:pt x="21892" y="3703"/>
                    <a:pt x="24861" y="3837"/>
                    <a:pt x="24861" y="2736"/>
                  </a:cubicBezTo>
                  <a:cubicBezTo>
                    <a:pt x="24861" y="2302"/>
                    <a:pt x="24861" y="1235"/>
                    <a:pt x="24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g3f0a1af8da8_0_1332"/>
            <p:cNvSpPr/>
            <p:nvPr/>
          </p:nvSpPr>
          <p:spPr>
            <a:xfrm>
              <a:off x="6847528" y="4221013"/>
              <a:ext cx="346364" cy="374513"/>
            </a:xfrm>
            <a:custGeom>
              <a:rect b="b" l="l" r="r" t="t"/>
              <a:pathLst>
                <a:path extrusionOk="0" h="16232" w="15012">
                  <a:moveTo>
                    <a:pt x="7234" y="0"/>
                  </a:moveTo>
                  <a:cubicBezTo>
                    <a:pt x="4674" y="0"/>
                    <a:pt x="835" y="1008"/>
                    <a:pt x="835" y="1008"/>
                  </a:cubicBezTo>
                  <a:cubicBezTo>
                    <a:pt x="835" y="1008"/>
                    <a:pt x="1" y="5545"/>
                    <a:pt x="835" y="7379"/>
                  </a:cubicBezTo>
                  <a:cubicBezTo>
                    <a:pt x="1168" y="8080"/>
                    <a:pt x="1035" y="9681"/>
                    <a:pt x="1335" y="11282"/>
                  </a:cubicBezTo>
                  <a:cubicBezTo>
                    <a:pt x="1769" y="13699"/>
                    <a:pt x="3181" y="16231"/>
                    <a:pt x="8487" y="16231"/>
                  </a:cubicBezTo>
                  <a:cubicBezTo>
                    <a:pt x="8893" y="16231"/>
                    <a:pt x="9322" y="16217"/>
                    <a:pt x="9774" y="16186"/>
                  </a:cubicBezTo>
                  <a:cubicBezTo>
                    <a:pt x="13043" y="15819"/>
                    <a:pt x="14878" y="14151"/>
                    <a:pt x="14945" y="12016"/>
                  </a:cubicBezTo>
                  <a:cubicBezTo>
                    <a:pt x="15011" y="10949"/>
                    <a:pt x="14544" y="9748"/>
                    <a:pt x="13577" y="8547"/>
                  </a:cubicBezTo>
                  <a:cubicBezTo>
                    <a:pt x="10775" y="4978"/>
                    <a:pt x="9474" y="3277"/>
                    <a:pt x="9474" y="1008"/>
                  </a:cubicBezTo>
                  <a:cubicBezTo>
                    <a:pt x="9474" y="252"/>
                    <a:pt x="8514" y="0"/>
                    <a:pt x="72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g3f0a1af8da8_0_1332"/>
            <p:cNvSpPr/>
            <p:nvPr/>
          </p:nvSpPr>
          <p:spPr>
            <a:xfrm>
              <a:off x="6878330" y="4481315"/>
              <a:ext cx="314017" cy="114209"/>
            </a:xfrm>
            <a:custGeom>
              <a:rect b="b" l="l" r="r" t="t"/>
              <a:pathLst>
                <a:path extrusionOk="0" h="4950" w="13610">
                  <a:moveTo>
                    <a:pt x="0" y="0"/>
                  </a:moveTo>
                  <a:lnTo>
                    <a:pt x="0" y="0"/>
                  </a:lnTo>
                  <a:cubicBezTo>
                    <a:pt x="434" y="2417"/>
                    <a:pt x="1846" y="4949"/>
                    <a:pt x="7152" y="4949"/>
                  </a:cubicBezTo>
                  <a:cubicBezTo>
                    <a:pt x="7558" y="4949"/>
                    <a:pt x="7987" y="4935"/>
                    <a:pt x="8439" y="4904"/>
                  </a:cubicBezTo>
                  <a:cubicBezTo>
                    <a:pt x="11708" y="4537"/>
                    <a:pt x="13543" y="2869"/>
                    <a:pt x="13610" y="734"/>
                  </a:cubicBezTo>
                  <a:lnTo>
                    <a:pt x="13610" y="734"/>
                  </a:lnTo>
                  <a:cubicBezTo>
                    <a:pt x="10966" y="1527"/>
                    <a:pt x="8700" y="1859"/>
                    <a:pt x="6761" y="1859"/>
                  </a:cubicBezTo>
                  <a:cubicBezTo>
                    <a:pt x="3806" y="1859"/>
                    <a:pt x="1611" y="1088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g3f0a1af8da8_0_1332"/>
            <p:cNvSpPr/>
            <p:nvPr/>
          </p:nvSpPr>
          <p:spPr>
            <a:xfrm>
              <a:off x="6171025" y="2126924"/>
              <a:ext cx="977466" cy="2163139"/>
            </a:xfrm>
            <a:custGeom>
              <a:rect b="b" l="l" r="r" t="t"/>
              <a:pathLst>
                <a:path extrusionOk="0" h="93754" w="42365">
                  <a:moveTo>
                    <a:pt x="15386" y="1"/>
                  </a:moveTo>
                  <a:cubicBezTo>
                    <a:pt x="10153" y="1"/>
                    <a:pt x="4671" y="1861"/>
                    <a:pt x="1" y="7443"/>
                  </a:cubicBezTo>
                  <a:lnTo>
                    <a:pt x="1" y="8010"/>
                  </a:lnTo>
                  <a:lnTo>
                    <a:pt x="1" y="9611"/>
                  </a:lnTo>
                  <a:lnTo>
                    <a:pt x="1" y="13014"/>
                  </a:lnTo>
                  <a:lnTo>
                    <a:pt x="1" y="15849"/>
                  </a:lnTo>
                  <a:lnTo>
                    <a:pt x="1" y="15883"/>
                  </a:lnTo>
                  <a:cubicBezTo>
                    <a:pt x="34" y="23988"/>
                    <a:pt x="334" y="35997"/>
                    <a:pt x="1235" y="42869"/>
                  </a:cubicBezTo>
                  <a:cubicBezTo>
                    <a:pt x="1702" y="46438"/>
                    <a:pt x="1769" y="52342"/>
                    <a:pt x="1702" y="58747"/>
                  </a:cubicBezTo>
                  <a:cubicBezTo>
                    <a:pt x="1535" y="72223"/>
                    <a:pt x="868" y="87867"/>
                    <a:pt x="2636" y="88568"/>
                  </a:cubicBezTo>
                  <a:cubicBezTo>
                    <a:pt x="3546" y="88937"/>
                    <a:pt x="5307" y="89178"/>
                    <a:pt x="7215" y="89178"/>
                  </a:cubicBezTo>
                  <a:cubicBezTo>
                    <a:pt x="10832" y="89178"/>
                    <a:pt x="14976" y="88311"/>
                    <a:pt x="14845" y="85799"/>
                  </a:cubicBezTo>
                  <a:cubicBezTo>
                    <a:pt x="14745" y="84332"/>
                    <a:pt x="15212" y="74491"/>
                    <a:pt x="15779" y="63116"/>
                  </a:cubicBezTo>
                  <a:cubicBezTo>
                    <a:pt x="16679" y="45437"/>
                    <a:pt x="17847" y="24022"/>
                    <a:pt x="17847" y="24022"/>
                  </a:cubicBezTo>
                  <a:cubicBezTo>
                    <a:pt x="17847" y="24022"/>
                    <a:pt x="18761" y="22883"/>
                    <a:pt x="19954" y="22883"/>
                  </a:cubicBezTo>
                  <a:cubicBezTo>
                    <a:pt x="21741" y="22883"/>
                    <a:pt x="24152" y="25437"/>
                    <a:pt x="25052" y="38199"/>
                  </a:cubicBezTo>
                  <a:cubicBezTo>
                    <a:pt x="25552" y="45404"/>
                    <a:pt x="26220" y="53943"/>
                    <a:pt x="26853" y="62049"/>
                  </a:cubicBezTo>
                  <a:cubicBezTo>
                    <a:pt x="28088" y="77894"/>
                    <a:pt x="29322" y="92204"/>
                    <a:pt x="29322" y="92204"/>
                  </a:cubicBezTo>
                  <a:cubicBezTo>
                    <a:pt x="29322" y="92204"/>
                    <a:pt x="32738" y="93753"/>
                    <a:pt x="36109" y="93753"/>
                  </a:cubicBezTo>
                  <a:cubicBezTo>
                    <a:pt x="38313" y="93753"/>
                    <a:pt x="40498" y="93091"/>
                    <a:pt x="41697" y="90903"/>
                  </a:cubicBezTo>
                  <a:cubicBezTo>
                    <a:pt x="42364" y="89669"/>
                    <a:pt x="41931" y="72623"/>
                    <a:pt x="41364" y="58180"/>
                  </a:cubicBezTo>
                  <a:cubicBezTo>
                    <a:pt x="40963" y="48673"/>
                    <a:pt x="40463" y="40233"/>
                    <a:pt x="40163" y="38199"/>
                  </a:cubicBezTo>
                  <a:cubicBezTo>
                    <a:pt x="39262" y="32128"/>
                    <a:pt x="36927" y="17450"/>
                    <a:pt x="35860" y="10812"/>
                  </a:cubicBezTo>
                  <a:cubicBezTo>
                    <a:pt x="35760" y="10145"/>
                    <a:pt x="35693" y="9611"/>
                    <a:pt x="35626" y="9144"/>
                  </a:cubicBezTo>
                  <a:lnTo>
                    <a:pt x="35326" y="7443"/>
                  </a:lnTo>
                  <a:cubicBezTo>
                    <a:pt x="35326" y="7443"/>
                    <a:pt x="25853" y="1"/>
                    <a:pt x="153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g3f0a1af8da8_0_1332"/>
            <p:cNvSpPr/>
            <p:nvPr/>
          </p:nvSpPr>
          <p:spPr>
            <a:xfrm>
              <a:off x="6191052" y="3482330"/>
              <a:ext cx="344034" cy="702142"/>
            </a:xfrm>
            <a:custGeom>
              <a:rect b="b" l="l" r="r" t="t"/>
              <a:pathLst>
                <a:path extrusionOk="0" h="30432" w="14911">
                  <a:moveTo>
                    <a:pt x="834" y="1"/>
                  </a:moveTo>
                  <a:cubicBezTo>
                    <a:pt x="667" y="13477"/>
                    <a:pt x="0" y="29121"/>
                    <a:pt x="1768" y="29822"/>
                  </a:cubicBezTo>
                  <a:cubicBezTo>
                    <a:pt x="2678" y="30191"/>
                    <a:pt x="4439" y="30432"/>
                    <a:pt x="6347" y="30432"/>
                  </a:cubicBezTo>
                  <a:cubicBezTo>
                    <a:pt x="9964" y="30432"/>
                    <a:pt x="14108" y="29565"/>
                    <a:pt x="13977" y="27053"/>
                  </a:cubicBezTo>
                  <a:cubicBezTo>
                    <a:pt x="13910" y="25586"/>
                    <a:pt x="14344" y="15745"/>
                    <a:pt x="14911" y="4370"/>
                  </a:cubicBezTo>
                  <a:cubicBezTo>
                    <a:pt x="8773" y="4304"/>
                    <a:pt x="4203" y="2669"/>
                    <a:pt x="8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g3f0a1af8da8_0_1332"/>
            <p:cNvSpPr/>
            <p:nvPr/>
          </p:nvSpPr>
          <p:spPr>
            <a:xfrm>
              <a:off x="6790586" y="3469248"/>
              <a:ext cx="357901" cy="820804"/>
            </a:xfrm>
            <a:custGeom>
              <a:rect b="b" l="l" r="r" t="t"/>
              <a:pathLst>
                <a:path extrusionOk="0" h="35575" w="15512">
                  <a:moveTo>
                    <a:pt x="14477" y="1"/>
                  </a:moveTo>
                  <a:cubicBezTo>
                    <a:pt x="10641" y="1568"/>
                    <a:pt x="5871" y="2903"/>
                    <a:pt x="0" y="3870"/>
                  </a:cubicBezTo>
                  <a:cubicBezTo>
                    <a:pt x="1235" y="19715"/>
                    <a:pt x="2469" y="34025"/>
                    <a:pt x="2469" y="34025"/>
                  </a:cubicBezTo>
                  <a:cubicBezTo>
                    <a:pt x="2469" y="34025"/>
                    <a:pt x="5885" y="35574"/>
                    <a:pt x="9256" y="35574"/>
                  </a:cubicBezTo>
                  <a:cubicBezTo>
                    <a:pt x="11460" y="35574"/>
                    <a:pt x="13645" y="34912"/>
                    <a:pt x="14844" y="32724"/>
                  </a:cubicBezTo>
                  <a:cubicBezTo>
                    <a:pt x="15511" y="31490"/>
                    <a:pt x="15078" y="14444"/>
                    <a:pt x="14477" y="1"/>
                  </a:cubicBezTo>
                  <a:close/>
                </a:path>
              </a:pathLst>
            </a:custGeom>
            <a:solidFill>
              <a:srgbClr val="CEAF7A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g3f0a1af8da8_0_1332"/>
            <p:cNvSpPr/>
            <p:nvPr/>
          </p:nvSpPr>
          <p:spPr>
            <a:xfrm>
              <a:off x="6170264" y="2126924"/>
              <a:ext cx="828141" cy="377235"/>
            </a:xfrm>
            <a:custGeom>
              <a:rect b="b" l="l" r="r" t="t"/>
              <a:pathLst>
                <a:path extrusionOk="0" h="16350" w="35893">
                  <a:moveTo>
                    <a:pt x="15409" y="1"/>
                  </a:moveTo>
                  <a:cubicBezTo>
                    <a:pt x="10171" y="1"/>
                    <a:pt x="4682" y="1861"/>
                    <a:pt x="0" y="7443"/>
                  </a:cubicBezTo>
                  <a:lnTo>
                    <a:pt x="0" y="13014"/>
                  </a:lnTo>
                  <a:lnTo>
                    <a:pt x="0" y="16350"/>
                  </a:lnTo>
                  <a:cubicBezTo>
                    <a:pt x="0" y="16183"/>
                    <a:pt x="0" y="16049"/>
                    <a:pt x="34" y="15883"/>
                  </a:cubicBezTo>
                  <a:lnTo>
                    <a:pt x="34" y="15849"/>
                  </a:lnTo>
                  <a:cubicBezTo>
                    <a:pt x="534" y="10720"/>
                    <a:pt x="8694" y="5577"/>
                    <a:pt x="18823" y="5577"/>
                  </a:cubicBezTo>
                  <a:cubicBezTo>
                    <a:pt x="24241" y="5577"/>
                    <a:pt x="30221" y="7048"/>
                    <a:pt x="35893" y="10779"/>
                  </a:cubicBezTo>
                  <a:cubicBezTo>
                    <a:pt x="35793" y="10145"/>
                    <a:pt x="35693" y="9611"/>
                    <a:pt x="35626" y="9144"/>
                  </a:cubicBezTo>
                  <a:lnTo>
                    <a:pt x="35359" y="7443"/>
                  </a:lnTo>
                  <a:cubicBezTo>
                    <a:pt x="35359" y="7443"/>
                    <a:pt x="25886" y="1"/>
                    <a:pt x="154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g3f0a1af8da8_0_1332"/>
            <p:cNvSpPr/>
            <p:nvPr/>
          </p:nvSpPr>
          <p:spPr>
            <a:xfrm>
              <a:off x="6324964" y="1205762"/>
              <a:ext cx="329429" cy="372529"/>
            </a:xfrm>
            <a:custGeom>
              <a:rect b="b" l="l" r="r" t="t"/>
              <a:pathLst>
                <a:path extrusionOk="0" h="16146" w="14278">
                  <a:moveTo>
                    <a:pt x="701" y="1"/>
                  </a:moveTo>
                  <a:lnTo>
                    <a:pt x="0" y="16146"/>
                  </a:lnTo>
                  <a:lnTo>
                    <a:pt x="14277" y="16146"/>
                  </a:lnTo>
                  <a:lnTo>
                    <a:pt x="13910" y="1969"/>
                  </a:lnTo>
                  <a:lnTo>
                    <a:pt x="701" y="1"/>
                  </a:lnTo>
                  <a:close/>
                </a:path>
              </a:pathLst>
            </a:custGeom>
            <a:solidFill>
              <a:srgbClr val="A9611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g3f0a1af8da8_0_1332"/>
            <p:cNvSpPr/>
            <p:nvPr/>
          </p:nvSpPr>
          <p:spPr>
            <a:xfrm>
              <a:off x="6324964" y="1205762"/>
              <a:ext cx="329429" cy="372529"/>
            </a:xfrm>
            <a:custGeom>
              <a:rect b="b" l="l" r="r" t="t"/>
              <a:pathLst>
                <a:path extrusionOk="0" h="16146" w="14278">
                  <a:moveTo>
                    <a:pt x="701" y="1"/>
                  </a:moveTo>
                  <a:lnTo>
                    <a:pt x="0" y="16146"/>
                  </a:lnTo>
                  <a:lnTo>
                    <a:pt x="14277" y="16146"/>
                  </a:lnTo>
                  <a:lnTo>
                    <a:pt x="13910" y="1969"/>
                  </a:lnTo>
                  <a:lnTo>
                    <a:pt x="701" y="1"/>
                  </a:lnTo>
                  <a:close/>
                </a:path>
              </a:pathLst>
            </a:custGeom>
            <a:solidFill>
              <a:srgbClr val="722F1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g3f0a1af8da8_0_1332"/>
            <p:cNvSpPr/>
            <p:nvPr/>
          </p:nvSpPr>
          <p:spPr>
            <a:xfrm>
              <a:off x="6225673" y="1244976"/>
              <a:ext cx="800754" cy="1049252"/>
            </a:xfrm>
            <a:custGeom>
              <a:rect b="b" l="l" r="r" t="t"/>
              <a:pathLst>
                <a:path extrusionOk="0" h="45100" w="34706">
                  <a:moveTo>
                    <a:pt x="4837" y="0"/>
                  </a:moveTo>
                  <a:cubicBezTo>
                    <a:pt x="4837" y="1"/>
                    <a:pt x="0" y="4837"/>
                    <a:pt x="300" y="11208"/>
                  </a:cubicBezTo>
                  <a:cubicBezTo>
                    <a:pt x="400" y="13710"/>
                    <a:pt x="567" y="19381"/>
                    <a:pt x="734" y="25385"/>
                  </a:cubicBezTo>
                  <a:cubicBezTo>
                    <a:pt x="1001" y="34825"/>
                    <a:pt x="1268" y="45099"/>
                    <a:pt x="1268" y="45099"/>
                  </a:cubicBezTo>
                  <a:cubicBezTo>
                    <a:pt x="1268" y="45099"/>
                    <a:pt x="8198" y="43112"/>
                    <a:pt x="16980" y="43112"/>
                  </a:cubicBezTo>
                  <a:cubicBezTo>
                    <a:pt x="20184" y="43112"/>
                    <a:pt x="23635" y="43376"/>
                    <a:pt x="27086" y="44098"/>
                  </a:cubicBezTo>
                  <a:cubicBezTo>
                    <a:pt x="27468" y="44177"/>
                    <a:pt x="27821" y="44215"/>
                    <a:pt x="28145" y="44215"/>
                  </a:cubicBezTo>
                  <a:cubicBezTo>
                    <a:pt x="34705" y="44215"/>
                    <a:pt x="29789" y="28628"/>
                    <a:pt x="25085" y="16645"/>
                  </a:cubicBezTo>
                  <a:cubicBezTo>
                    <a:pt x="22149" y="9207"/>
                    <a:pt x="19281" y="3136"/>
                    <a:pt x="19281" y="3136"/>
                  </a:cubicBezTo>
                  <a:cubicBezTo>
                    <a:pt x="19281" y="3136"/>
                    <a:pt x="19414" y="34"/>
                    <a:pt x="17846" y="34"/>
                  </a:cubicBezTo>
                  <a:cubicBezTo>
                    <a:pt x="17846" y="34"/>
                    <a:pt x="19414" y="2135"/>
                    <a:pt x="14310" y="4837"/>
                  </a:cubicBezTo>
                  <a:cubicBezTo>
                    <a:pt x="13043" y="7672"/>
                    <a:pt x="11642" y="13210"/>
                    <a:pt x="11642" y="13210"/>
                  </a:cubicBezTo>
                  <a:cubicBezTo>
                    <a:pt x="11642" y="13210"/>
                    <a:pt x="7372" y="12209"/>
                    <a:pt x="9374" y="5838"/>
                  </a:cubicBezTo>
                  <a:cubicBezTo>
                    <a:pt x="5404" y="5104"/>
                    <a:pt x="4637" y="2569"/>
                    <a:pt x="4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g3f0a1af8da8_0_1332"/>
            <p:cNvSpPr/>
            <p:nvPr/>
          </p:nvSpPr>
          <p:spPr>
            <a:xfrm>
              <a:off x="6555848" y="1296598"/>
              <a:ext cx="178581" cy="281692"/>
            </a:xfrm>
            <a:custGeom>
              <a:rect b="b" l="l" r="r" t="t"/>
              <a:pathLst>
                <a:path extrusionOk="0" h="12209" w="7740">
                  <a:moveTo>
                    <a:pt x="4871" y="0"/>
                  </a:moveTo>
                  <a:lnTo>
                    <a:pt x="4871" y="0"/>
                  </a:lnTo>
                  <a:cubicBezTo>
                    <a:pt x="5938" y="3836"/>
                    <a:pt x="5037" y="7939"/>
                    <a:pt x="3369" y="11141"/>
                  </a:cubicBezTo>
                  <a:cubicBezTo>
                    <a:pt x="4237" y="7639"/>
                    <a:pt x="1" y="3170"/>
                    <a:pt x="0" y="3169"/>
                  </a:cubicBezTo>
                  <a:lnTo>
                    <a:pt x="0" y="3169"/>
                  </a:lnTo>
                  <a:cubicBezTo>
                    <a:pt x="1501" y="5971"/>
                    <a:pt x="2402" y="9040"/>
                    <a:pt x="2669" y="12209"/>
                  </a:cubicBezTo>
                  <a:cubicBezTo>
                    <a:pt x="2669" y="12209"/>
                    <a:pt x="7739" y="8039"/>
                    <a:pt x="48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g3f0a1af8da8_0_1332"/>
            <p:cNvSpPr/>
            <p:nvPr/>
          </p:nvSpPr>
          <p:spPr>
            <a:xfrm>
              <a:off x="6170264" y="1280424"/>
              <a:ext cx="271702" cy="272486"/>
            </a:xfrm>
            <a:custGeom>
              <a:rect b="b" l="l" r="r" t="t"/>
              <a:pathLst>
                <a:path extrusionOk="0" h="11810" w="11776">
                  <a:moveTo>
                    <a:pt x="6038" y="1"/>
                  </a:moveTo>
                  <a:lnTo>
                    <a:pt x="6038" y="1"/>
                  </a:lnTo>
                  <a:cubicBezTo>
                    <a:pt x="0" y="9174"/>
                    <a:pt x="9007" y="11809"/>
                    <a:pt x="9007" y="11809"/>
                  </a:cubicBezTo>
                  <a:lnTo>
                    <a:pt x="11776" y="4837"/>
                  </a:lnTo>
                  <a:lnTo>
                    <a:pt x="11776" y="4837"/>
                  </a:lnTo>
                  <a:cubicBezTo>
                    <a:pt x="11775" y="4838"/>
                    <a:pt x="9307" y="8940"/>
                    <a:pt x="9007" y="10742"/>
                  </a:cubicBezTo>
                  <a:cubicBezTo>
                    <a:pt x="9007" y="10742"/>
                    <a:pt x="3236" y="6872"/>
                    <a:pt x="60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g3f0a1af8da8_0_1332"/>
            <p:cNvSpPr/>
            <p:nvPr/>
          </p:nvSpPr>
          <p:spPr>
            <a:xfrm>
              <a:off x="6242619" y="1641390"/>
              <a:ext cx="783819" cy="657289"/>
            </a:xfrm>
            <a:custGeom>
              <a:rect b="b" l="l" r="r" t="t"/>
              <a:pathLst>
                <a:path extrusionOk="0" h="28488" w="33972">
                  <a:moveTo>
                    <a:pt x="24351" y="0"/>
                  </a:moveTo>
                  <a:cubicBezTo>
                    <a:pt x="24117" y="300"/>
                    <a:pt x="23884" y="601"/>
                    <a:pt x="23650" y="934"/>
                  </a:cubicBezTo>
                  <a:cubicBezTo>
                    <a:pt x="16189" y="11803"/>
                    <a:pt x="10861" y="15093"/>
                    <a:pt x="7144" y="15093"/>
                  </a:cubicBezTo>
                  <a:cubicBezTo>
                    <a:pt x="3002" y="15093"/>
                    <a:pt x="862" y="11006"/>
                    <a:pt x="0" y="8773"/>
                  </a:cubicBezTo>
                  <a:lnTo>
                    <a:pt x="0" y="8773"/>
                  </a:lnTo>
                  <a:cubicBezTo>
                    <a:pt x="267" y="18213"/>
                    <a:pt x="534" y="28487"/>
                    <a:pt x="534" y="28487"/>
                  </a:cubicBezTo>
                  <a:cubicBezTo>
                    <a:pt x="534" y="28487"/>
                    <a:pt x="7464" y="26500"/>
                    <a:pt x="16246" y="26500"/>
                  </a:cubicBezTo>
                  <a:cubicBezTo>
                    <a:pt x="19450" y="26500"/>
                    <a:pt x="22901" y="26764"/>
                    <a:pt x="26352" y="27486"/>
                  </a:cubicBezTo>
                  <a:cubicBezTo>
                    <a:pt x="26734" y="27565"/>
                    <a:pt x="27087" y="27603"/>
                    <a:pt x="27411" y="27603"/>
                  </a:cubicBezTo>
                  <a:cubicBezTo>
                    <a:pt x="33971" y="27603"/>
                    <a:pt x="29055" y="12015"/>
                    <a:pt x="243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g3f0a1af8da8_0_1332"/>
            <p:cNvSpPr/>
            <p:nvPr/>
          </p:nvSpPr>
          <p:spPr>
            <a:xfrm>
              <a:off x="5856250" y="1244975"/>
              <a:ext cx="538766" cy="1547099"/>
            </a:xfrm>
            <a:custGeom>
              <a:rect b="b" l="l" r="r" t="t"/>
              <a:pathLst>
                <a:path extrusionOk="0" h="66449" w="23351">
                  <a:moveTo>
                    <a:pt x="20816" y="1"/>
                  </a:moveTo>
                  <a:cubicBezTo>
                    <a:pt x="15009" y="4950"/>
                    <a:pt x="10259" y="5071"/>
                    <a:pt x="7857" y="5071"/>
                  </a:cubicBezTo>
                  <a:cubicBezTo>
                    <a:pt x="7734" y="5071"/>
                    <a:pt x="7617" y="5071"/>
                    <a:pt x="7506" y="5071"/>
                  </a:cubicBezTo>
                  <a:cubicBezTo>
                    <a:pt x="5238" y="5071"/>
                    <a:pt x="1" y="16112"/>
                    <a:pt x="1001" y="25786"/>
                  </a:cubicBezTo>
                  <a:cubicBezTo>
                    <a:pt x="1001" y="25852"/>
                    <a:pt x="1001" y="25919"/>
                    <a:pt x="1035" y="26019"/>
                  </a:cubicBezTo>
                  <a:cubicBezTo>
                    <a:pt x="1001" y="26053"/>
                    <a:pt x="1001" y="26119"/>
                    <a:pt x="1035" y="26186"/>
                  </a:cubicBezTo>
                  <a:cubicBezTo>
                    <a:pt x="1754" y="31578"/>
                    <a:pt x="5300" y="32681"/>
                    <a:pt x="8090" y="32681"/>
                  </a:cubicBezTo>
                  <a:cubicBezTo>
                    <a:pt x="9701" y="32681"/>
                    <a:pt x="11060" y="32312"/>
                    <a:pt x="11476" y="32190"/>
                  </a:cubicBezTo>
                  <a:cubicBezTo>
                    <a:pt x="11509" y="32157"/>
                    <a:pt x="11542" y="32157"/>
                    <a:pt x="11609" y="32157"/>
                  </a:cubicBezTo>
                  <a:cubicBezTo>
                    <a:pt x="11609" y="32157"/>
                    <a:pt x="12176" y="40863"/>
                    <a:pt x="12009" y="48068"/>
                  </a:cubicBezTo>
                  <a:cubicBezTo>
                    <a:pt x="11943" y="51404"/>
                    <a:pt x="11676" y="54440"/>
                    <a:pt x="11142" y="56107"/>
                  </a:cubicBezTo>
                  <a:cubicBezTo>
                    <a:pt x="11042" y="56408"/>
                    <a:pt x="10909" y="56675"/>
                    <a:pt x="10775" y="56941"/>
                  </a:cubicBezTo>
                  <a:cubicBezTo>
                    <a:pt x="6105" y="64247"/>
                    <a:pt x="4871" y="63680"/>
                    <a:pt x="7940" y="66448"/>
                  </a:cubicBezTo>
                  <a:cubicBezTo>
                    <a:pt x="5305" y="62312"/>
                    <a:pt x="12176" y="60210"/>
                    <a:pt x="15712" y="54139"/>
                  </a:cubicBezTo>
                  <a:cubicBezTo>
                    <a:pt x="18647" y="49102"/>
                    <a:pt x="20649" y="44299"/>
                    <a:pt x="22383" y="35826"/>
                  </a:cubicBezTo>
                  <a:cubicBezTo>
                    <a:pt x="23351" y="31223"/>
                    <a:pt x="20982" y="15845"/>
                    <a:pt x="19581" y="9307"/>
                  </a:cubicBezTo>
                  <a:cubicBezTo>
                    <a:pt x="18214" y="3136"/>
                    <a:pt x="20582" y="267"/>
                    <a:pt x="208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g3f0a1af8da8_0_1332"/>
            <p:cNvSpPr/>
            <p:nvPr/>
          </p:nvSpPr>
          <p:spPr>
            <a:xfrm>
              <a:off x="6091772" y="1479769"/>
              <a:ext cx="88529" cy="282477"/>
            </a:xfrm>
            <a:custGeom>
              <a:rect b="b" l="l" r="r" t="t"/>
              <a:pathLst>
                <a:path extrusionOk="0" h="12243" w="3837">
                  <a:moveTo>
                    <a:pt x="2502" y="0"/>
                  </a:moveTo>
                  <a:cubicBezTo>
                    <a:pt x="2502" y="1"/>
                    <a:pt x="0" y="9040"/>
                    <a:pt x="2502" y="12242"/>
                  </a:cubicBezTo>
                  <a:lnTo>
                    <a:pt x="3836" y="11375"/>
                  </a:lnTo>
                  <a:cubicBezTo>
                    <a:pt x="3836" y="11375"/>
                    <a:pt x="1635" y="9640"/>
                    <a:pt x="2502" y="0"/>
                  </a:cubicBezTo>
                  <a:close/>
                </a:path>
              </a:pathLst>
            </a:custGeom>
            <a:solidFill>
              <a:srgbClr val="11212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g3f0a1af8da8_0_1332"/>
            <p:cNvSpPr/>
            <p:nvPr/>
          </p:nvSpPr>
          <p:spPr>
            <a:xfrm>
              <a:off x="5905509" y="1850402"/>
              <a:ext cx="256797" cy="144203"/>
            </a:xfrm>
            <a:custGeom>
              <a:rect b="b" l="l" r="r" t="t"/>
              <a:pathLst>
                <a:path extrusionOk="0" h="6250" w="11130">
                  <a:moveTo>
                    <a:pt x="4926" y="0"/>
                  </a:moveTo>
                  <a:cubicBezTo>
                    <a:pt x="3424" y="0"/>
                    <a:pt x="2202" y="148"/>
                    <a:pt x="2202" y="148"/>
                  </a:cubicBezTo>
                  <a:cubicBezTo>
                    <a:pt x="2202" y="148"/>
                    <a:pt x="1" y="4951"/>
                    <a:pt x="4504" y="5985"/>
                  </a:cubicBezTo>
                  <a:cubicBezTo>
                    <a:pt x="5299" y="6167"/>
                    <a:pt x="6011" y="6249"/>
                    <a:pt x="6642" y="6249"/>
                  </a:cubicBezTo>
                  <a:cubicBezTo>
                    <a:pt x="10064" y="6249"/>
                    <a:pt x="11130" y="3833"/>
                    <a:pt x="10341" y="1749"/>
                  </a:cubicBezTo>
                  <a:cubicBezTo>
                    <a:pt x="9773" y="299"/>
                    <a:pt x="7065" y="0"/>
                    <a:pt x="49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g3f0a1af8da8_0_1332"/>
            <p:cNvSpPr/>
            <p:nvPr/>
          </p:nvSpPr>
          <p:spPr>
            <a:xfrm>
              <a:off x="6124096" y="1921534"/>
              <a:ext cx="102373" cy="446407"/>
            </a:xfrm>
            <a:custGeom>
              <a:rect b="b" l="l" r="r" t="t"/>
              <a:pathLst>
                <a:path extrusionOk="0" h="19348" w="4437">
                  <a:moveTo>
                    <a:pt x="2935" y="0"/>
                  </a:moveTo>
                  <a:cubicBezTo>
                    <a:pt x="2935" y="1"/>
                    <a:pt x="2602" y="2936"/>
                    <a:pt x="0" y="3436"/>
                  </a:cubicBezTo>
                  <a:cubicBezTo>
                    <a:pt x="0" y="3436"/>
                    <a:pt x="600" y="12142"/>
                    <a:pt x="434" y="19347"/>
                  </a:cubicBezTo>
                  <a:cubicBezTo>
                    <a:pt x="4436" y="11909"/>
                    <a:pt x="2936" y="1"/>
                    <a:pt x="29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g3f0a1af8da8_0_1332"/>
            <p:cNvSpPr/>
            <p:nvPr/>
          </p:nvSpPr>
          <p:spPr>
            <a:xfrm>
              <a:off x="6932965" y="2353287"/>
              <a:ext cx="224818" cy="368491"/>
            </a:xfrm>
            <a:custGeom>
              <a:rect b="b" l="l" r="r" t="t"/>
              <a:pathLst>
                <a:path extrusionOk="0" h="15971" w="9744">
                  <a:moveTo>
                    <a:pt x="0" y="1"/>
                  </a:moveTo>
                  <a:lnTo>
                    <a:pt x="4770" y="15178"/>
                  </a:lnTo>
                  <a:cubicBezTo>
                    <a:pt x="6298" y="15756"/>
                    <a:pt x="7292" y="15971"/>
                    <a:pt x="7926" y="15971"/>
                  </a:cubicBezTo>
                  <a:cubicBezTo>
                    <a:pt x="9743" y="15971"/>
                    <a:pt x="8607" y="14211"/>
                    <a:pt x="8607" y="14211"/>
                  </a:cubicBezTo>
                  <a:cubicBezTo>
                    <a:pt x="8406" y="12710"/>
                    <a:pt x="1" y="2"/>
                    <a:pt x="0" y="1"/>
                  </a:cubicBezTo>
                  <a:close/>
                </a:path>
              </a:pathLst>
            </a:custGeom>
            <a:solidFill>
              <a:srgbClr val="11212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g3f0a1af8da8_0_1332"/>
            <p:cNvSpPr/>
            <p:nvPr/>
          </p:nvSpPr>
          <p:spPr>
            <a:xfrm>
              <a:off x="6620492" y="1300897"/>
              <a:ext cx="1002085" cy="1379325"/>
            </a:xfrm>
            <a:custGeom>
              <a:rect b="b" l="l" r="r" t="t"/>
              <a:pathLst>
                <a:path extrusionOk="0" h="59243" w="43432">
                  <a:moveTo>
                    <a:pt x="2469" y="0"/>
                  </a:moveTo>
                  <a:lnTo>
                    <a:pt x="2469" y="0"/>
                  </a:lnTo>
                  <a:cubicBezTo>
                    <a:pt x="1902" y="1835"/>
                    <a:pt x="0" y="24418"/>
                    <a:pt x="3736" y="40963"/>
                  </a:cubicBezTo>
                  <a:cubicBezTo>
                    <a:pt x="5738" y="49736"/>
                    <a:pt x="16212" y="48735"/>
                    <a:pt x="22150" y="59243"/>
                  </a:cubicBezTo>
                  <a:cubicBezTo>
                    <a:pt x="22617" y="54806"/>
                    <a:pt x="18247" y="52705"/>
                    <a:pt x="17480" y="50436"/>
                  </a:cubicBezTo>
                  <a:cubicBezTo>
                    <a:pt x="17413" y="50170"/>
                    <a:pt x="17313" y="49903"/>
                    <a:pt x="17246" y="49636"/>
                  </a:cubicBezTo>
                  <a:cubicBezTo>
                    <a:pt x="13777" y="38194"/>
                    <a:pt x="16079" y="19548"/>
                    <a:pt x="16079" y="19548"/>
                  </a:cubicBezTo>
                  <a:lnTo>
                    <a:pt x="16079" y="19548"/>
                  </a:lnTo>
                  <a:cubicBezTo>
                    <a:pt x="16079" y="19548"/>
                    <a:pt x="23150" y="21683"/>
                    <a:pt x="29121" y="22383"/>
                  </a:cubicBezTo>
                  <a:cubicBezTo>
                    <a:pt x="29978" y="22494"/>
                    <a:pt x="30835" y="22558"/>
                    <a:pt x="31691" y="22558"/>
                  </a:cubicBezTo>
                  <a:cubicBezTo>
                    <a:pt x="31869" y="22558"/>
                    <a:pt x="32046" y="22556"/>
                    <a:pt x="32223" y="22550"/>
                  </a:cubicBezTo>
                  <a:cubicBezTo>
                    <a:pt x="36160" y="22516"/>
                    <a:pt x="38361" y="21282"/>
                    <a:pt x="39729" y="19548"/>
                  </a:cubicBezTo>
                  <a:cubicBezTo>
                    <a:pt x="40596" y="18414"/>
                    <a:pt x="41997" y="14311"/>
                    <a:pt x="41997" y="14311"/>
                  </a:cubicBezTo>
                  <a:cubicBezTo>
                    <a:pt x="41997" y="14311"/>
                    <a:pt x="43431" y="12042"/>
                    <a:pt x="39028" y="9340"/>
                  </a:cubicBezTo>
                  <a:cubicBezTo>
                    <a:pt x="35129" y="6792"/>
                    <a:pt x="32456" y="5864"/>
                    <a:pt x="30642" y="5864"/>
                  </a:cubicBezTo>
                  <a:cubicBezTo>
                    <a:pt x="27708" y="5864"/>
                    <a:pt x="27020" y="8291"/>
                    <a:pt x="27020" y="10208"/>
                  </a:cubicBezTo>
                  <a:cubicBezTo>
                    <a:pt x="16671" y="8813"/>
                    <a:pt x="17302" y="2085"/>
                    <a:pt x="12649" y="2085"/>
                  </a:cubicBezTo>
                  <a:cubicBezTo>
                    <a:pt x="12518" y="2085"/>
                    <a:pt x="12383" y="2091"/>
                    <a:pt x="12242" y="2102"/>
                  </a:cubicBezTo>
                  <a:cubicBezTo>
                    <a:pt x="11840" y="2136"/>
                    <a:pt x="11441" y="2152"/>
                    <a:pt x="11046" y="2152"/>
                  </a:cubicBezTo>
                  <a:cubicBezTo>
                    <a:pt x="6432" y="2152"/>
                    <a:pt x="2469" y="0"/>
                    <a:pt x="24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g3f0a1af8da8_0_1332"/>
            <p:cNvSpPr/>
            <p:nvPr/>
          </p:nvSpPr>
          <p:spPr>
            <a:xfrm>
              <a:off x="7273143" y="1479630"/>
              <a:ext cx="297866" cy="201538"/>
            </a:xfrm>
            <a:custGeom>
              <a:rect b="b" l="l" r="r" t="t"/>
              <a:pathLst>
                <a:path extrusionOk="0" h="8735" w="12910">
                  <a:moveTo>
                    <a:pt x="2773" y="1"/>
                  </a:moveTo>
                  <a:cubicBezTo>
                    <a:pt x="2139" y="1"/>
                    <a:pt x="1706" y="389"/>
                    <a:pt x="1301" y="1407"/>
                  </a:cubicBezTo>
                  <a:cubicBezTo>
                    <a:pt x="334" y="3809"/>
                    <a:pt x="0" y="3375"/>
                    <a:pt x="2902" y="6044"/>
                  </a:cubicBezTo>
                  <a:cubicBezTo>
                    <a:pt x="4899" y="7918"/>
                    <a:pt x="7025" y="8735"/>
                    <a:pt x="8734" y="8735"/>
                  </a:cubicBezTo>
                  <a:cubicBezTo>
                    <a:pt x="10279" y="8735"/>
                    <a:pt x="11483" y="8067"/>
                    <a:pt x="11942" y="6911"/>
                  </a:cubicBezTo>
                  <a:cubicBezTo>
                    <a:pt x="12909" y="4509"/>
                    <a:pt x="10708" y="3075"/>
                    <a:pt x="7039" y="1607"/>
                  </a:cubicBezTo>
                  <a:cubicBezTo>
                    <a:pt x="4923" y="753"/>
                    <a:pt x="3654" y="1"/>
                    <a:pt x="27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g3f0a1af8da8_0_1332"/>
            <p:cNvSpPr/>
            <p:nvPr/>
          </p:nvSpPr>
          <p:spPr>
            <a:xfrm>
              <a:off x="7228591" y="1549793"/>
              <a:ext cx="143857" cy="156524"/>
            </a:xfrm>
            <a:custGeom>
              <a:rect b="b" l="l" r="r" t="t"/>
              <a:pathLst>
                <a:path extrusionOk="0" h="6784" w="6235">
                  <a:moveTo>
                    <a:pt x="630" y="1"/>
                  </a:moveTo>
                  <a:lnTo>
                    <a:pt x="630" y="1"/>
                  </a:lnTo>
                  <a:cubicBezTo>
                    <a:pt x="1" y="2708"/>
                    <a:pt x="1570" y="6783"/>
                    <a:pt x="5507" y="6783"/>
                  </a:cubicBezTo>
                  <a:cubicBezTo>
                    <a:pt x="5741" y="6783"/>
                    <a:pt x="5984" y="6769"/>
                    <a:pt x="6234" y="6739"/>
                  </a:cubicBezTo>
                  <a:cubicBezTo>
                    <a:pt x="798" y="5705"/>
                    <a:pt x="630" y="1"/>
                    <a:pt x="6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g3f0a1af8da8_0_1332"/>
            <p:cNvSpPr/>
            <p:nvPr/>
          </p:nvSpPr>
          <p:spPr>
            <a:xfrm>
              <a:off x="7347782" y="1644459"/>
              <a:ext cx="241708" cy="103803"/>
            </a:xfrm>
            <a:custGeom>
              <a:rect b="b" l="l" r="r" t="t"/>
              <a:pathLst>
                <a:path extrusionOk="0" h="4499" w="10476">
                  <a:moveTo>
                    <a:pt x="10475" y="1"/>
                  </a:moveTo>
                  <a:cubicBezTo>
                    <a:pt x="10475" y="1"/>
                    <a:pt x="8516" y="4117"/>
                    <a:pt x="3691" y="4117"/>
                  </a:cubicBezTo>
                  <a:cubicBezTo>
                    <a:pt x="2609" y="4117"/>
                    <a:pt x="1382" y="3910"/>
                    <a:pt x="1" y="3403"/>
                  </a:cubicBezTo>
                  <a:lnTo>
                    <a:pt x="1" y="3403"/>
                  </a:lnTo>
                  <a:cubicBezTo>
                    <a:pt x="1702" y="4187"/>
                    <a:pt x="3148" y="4498"/>
                    <a:pt x="4373" y="4498"/>
                  </a:cubicBezTo>
                  <a:cubicBezTo>
                    <a:pt x="9031" y="4498"/>
                    <a:pt x="10475" y="2"/>
                    <a:pt x="10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g3f0a1af8da8_0_1332"/>
            <p:cNvSpPr/>
            <p:nvPr/>
          </p:nvSpPr>
          <p:spPr>
            <a:xfrm>
              <a:off x="7306229" y="1729896"/>
              <a:ext cx="212452" cy="81123"/>
            </a:xfrm>
            <a:custGeom>
              <a:rect b="b" l="l" r="r" t="t"/>
              <a:pathLst>
                <a:path extrusionOk="0" h="3516" w="9208">
                  <a:moveTo>
                    <a:pt x="1" y="0"/>
                  </a:moveTo>
                  <a:cubicBezTo>
                    <a:pt x="1" y="2261"/>
                    <a:pt x="2819" y="3516"/>
                    <a:pt x="5494" y="3516"/>
                  </a:cubicBezTo>
                  <a:cubicBezTo>
                    <a:pt x="6924" y="3516"/>
                    <a:pt x="8312" y="3157"/>
                    <a:pt x="9207" y="2402"/>
                  </a:cubicBezTo>
                  <a:lnTo>
                    <a:pt x="9207" y="2402"/>
                  </a:lnTo>
                  <a:cubicBezTo>
                    <a:pt x="9207" y="2402"/>
                    <a:pt x="7701" y="2832"/>
                    <a:pt x="5855" y="2832"/>
                  </a:cubicBezTo>
                  <a:cubicBezTo>
                    <a:pt x="3785" y="2832"/>
                    <a:pt x="1287" y="2292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g3f0a1af8da8_0_1332"/>
            <p:cNvSpPr/>
            <p:nvPr/>
          </p:nvSpPr>
          <p:spPr>
            <a:xfrm>
              <a:off x="6886013" y="1549793"/>
              <a:ext cx="477970" cy="909726"/>
            </a:xfrm>
            <a:custGeom>
              <a:rect b="b" l="l" r="r" t="t"/>
              <a:pathLst>
                <a:path extrusionOk="0" h="39429" w="20716">
                  <a:moveTo>
                    <a:pt x="2102" y="1"/>
                  </a:moveTo>
                  <a:lnTo>
                    <a:pt x="2102" y="1"/>
                  </a:lnTo>
                  <a:cubicBezTo>
                    <a:pt x="1" y="26119"/>
                    <a:pt x="3770" y="36126"/>
                    <a:pt x="5705" y="39429"/>
                  </a:cubicBezTo>
                  <a:cubicBezTo>
                    <a:pt x="2236" y="27987"/>
                    <a:pt x="4537" y="9341"/>
                    <a:pt x="4537" y="9341"/>
                  </a:cubicBezTo>
                  <a:lnTo>
                    <a:pt x="4537" y="9341"/>
                  </a:lnTo>
                  <a:cubicBezTo>
                    <a:pt x="4538" y="9341"/>
                    <a:pt x="11642" y="11476"/>
                    <a:pt x="17613" y="12176"/>
                  </a:cubicBezTo>
                  <a:cubicBezTo>
                    <a:pt x="18470" y="12287"/>
                    <a:pt x="19327" y="12351"/>
                    <a:pt x="20183" y="12351"/>
                  </a:cubicBezTo>
                  <a:cubicBezTo>
                    <a:pt x="20361" y="12351"/>
                    <a:pt x="20538" y="12349"/>
                    <a:pt x="20715" y="12343"/>
                  </a:cubicBezTo>
                  <a:cubicBezTo>
                    <a:pt x="7573" y="11242"/>
                    <a:pt x="2102" y="1"/>
                    <a:pt x="21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g3f0a1af8da8_0_1332"/>
            <p:cNvSpPr/>
            <p:nvPr/>
          </p:nvSpPr>
          <p:spPr>
            <a:xfrm>
              <a:off x="6322011" y="882473"/>
              <a:ext cx="374697" cy="466018"/>
            </a:xfrm>
            <a:custGeom>
              <a:rect b="b" l="l" r="r" t="t"/>
              <a:pathLst>
                <a:path extrusionOk="0" h="20198" w="16240">
                  <a:moveTo>
                    <a:pt x="7181" y="1"/>
                  </a:moveTo>
                  <a:cubicBezTo>
                    <a:pt x="1500" y="1"/>
                    <a:pt x="1" y="2584"/>
                    <a:pt x="62" y="7675"/>
                  </a:cubicBezTo>
                  <a:cubicBezTo>
                    <a:pt x="128" y="14480"/>
                    <a:pt x="2163" y="19650"/>
                    <a:pt x="6499" y="20151"/>
                  </a:cubicBezTo>
                  <a:cubicBezTo>
                    <a:pt x="6756" y="20182"/>
                    <a:pt x="7012" y="20198"/>
                    <a:pt x="7266" y="20198"/>
                  </a:cubicBezTo>
                  <a:cubicBezTo>
                    <a:pt x="11305" y="20198"/>
                    <a:pt x="14945" y="16285"/>
                    <a:pt x="15573" y="11044"/>
                  </a:cubicBezTo>
                  <a:cubicBezTo>
                    <a:pt x="16240" y="5507"/>
                    <a:pt x="16040" y="570"/>
                    <a:pt x="8901" y="70"/>
                  </a:cubicBezTo>
                  <a:cubicBezTo>
                    <a:pt x="8289" y="24"/>
                    <a:pt x="7716" y="1"/>
                    <a:pt x="7181" y="1"/>
                  </a:cubicBezTo>
                  <a:close/>
                </a:path>
              </a:pathLst>
            </a:custGeom>
            <a:solidFill>
              <a:srgbClr val="884B2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g3f0a1af8da8_0_1332"/>
            <p:cNvSpPr/>
            <p:nvPr/>
          </p:nvSpPr>
          <p:spPr>
            <a:xfrm>
              <a:off x="6252609" y="734118"/>
              <a:ext cx="502588" cy="347772"/>
            </a:xfrm>
            <a:custGeom>
              <a:rect b="b" l="l" r="r" t="t"/>
              <a:pathLst>
                <a:path extrusionOk="0" h="15073" w="21783">
                  <a:moveTo>
                    <a:pt x="10983" y="0"/>
                  </a:moveTo>
                  <a:cubicBezTo>
                    <a:pt x="8609" y="0"/>
                    <a:pt x="6294" y="671"/>
                    <a:pt x="4671" y="2030"/>
                  </a:cubicBezTo>
                  <a:cubicBezTo>
                    <a:pt x="1" y="5966"/>
                    <a:pt x="3070" y="14105"/>
                    <a:pt x="3070" y="14105"/>
                  </a:cubicBezTo>
                  <a:cubicBezTo>
                    <a:pt x="3070" y="14105"/>
                    <a:pt x="3537" y="10903"/>
                    <a:pt x="4671" y="9168"/>
                  </a:cubicBezTo>
                  <a:cubicBezTo>
                    <a:pt x="5549" y="7837"/>
                    <a:pt x="6263" y="7353"/>
                    <a:pt x="6893" y="7353"/>
                  </a:cubicBezTo>
                  <a:cubicBezTo>
                    <a:pt x="7794" y="7353"/>
                    <a:pt x="8522" y="8345"/>
                    <a:pt x="9307" y="9268"/>
                  </a:cubicBezTo>
                  <a:cubicBezTo>
                    <a:pt x="9699" y="9719"/>
                    <a:pt x="10263" y="9951"/>
                    <a:pt x="10831" y="9951"/>
                  </a:cubicBezTo>
                  <a:cubicBezTo>
                    <a:pt x="11230" y="9951"/>
                    <a:pt x="11632" y="9836"/>
                    <a:pt x="11976" y="9602"/>
                  </a:cubicBezTo>
                  <a:cubicBezTo>
                    <a:pt x="13147" y="8764"/>
                    <a:pt x="14118" y="8422"/>
                    <a:pt x="14922" y="8422"/>
                  </a:cubicBezTo>
                  <a:cubicBezTo>
                    <a:pt x="18470" y="8422"/>
                    <a:pt x="18781" y="15072"/>
                    <a:pt x="18781" y="15072"/>
                  </a:cubicBezTo>
                  <a:cubicBezTo>
                    <a:pt x="18781" y="15072"/>
                    <a:pt x="21783" y="14339"/>
                    <a:pt x="20816" y="7133"/>
                  </a:cubicBezTo>
                  <a:cubicBezTo>
                    <a:pt x="20204" y="2415"/>
                    <a:pt x="15487" y="0"/>
                    <a:pt x="109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g3f0a1af8da8_0_1332"/>
            <p:cNvSpPr/>
            <p:nvPr/>
          </p:nvSpPr>
          <p:spPr>
            <a:xfrm>
              <a:off x="6672064" y="1039341"/>
              <a:ext cx="50806" cy="143373"/>
            </a:xfrm>
            <a:custGeom>
              <a:rect b="b" l="l" r="r" t="t"/>
              <a:pathLst>
                <a:path extrusionOk="0" h="6214" w="2202">
                  <a:moveTo>
                    <a:pt x="1721" y="0"/>
                  </a:moveTo>
                  <a:cubicBezTo>
                    <a:pt x="1281" y="0"/>
                    <a:pt x="601" y="1710"/>
                    <a:pt x="601" y="1710"/>
                  </a:cubicBezTo>
                  <a:lnTo>
                    <a:pt x="0" y="6213"/>
                  </a:lnTo>
                  <a:cubicBezTo>
                    <a:pt x="0" y="6213"/>
                    <a:pt x="2202" y="3445"/>
                    <a:pt x="2068" y="943"/>
                  </a:cubicBezTo>
                  <a:cubicBezTo>
                    <a:pt x="2022" y="250"/>
                    <a:pt x="1889" y="0"/>
                    <a:pt x="1721" y="0"/>
                  </a:cubicBezTo>
                  <a:close/>
                </a:path>
              </a:pathLst>
            </a:custGeom>
            <a:solidFill>
              <a:srgbClr val="A9611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g3f0a1af8da8_0_1332"/>
            <p:cNvSpPr/>
            <p:nvPr/>
          </p:nvSpPr>
          <p:spPr>
            <a:xfrm>
              <a:off x="6672064" y="1039341"/>
              <a:ext cx="50806" cy="143373"/>
            </a:xfrm>
            <a:custGeom>
              <a:rect b="b" l="l" r="r" t="t"/>
              <a:pathLst>
                <a:path extrusionOk="0" h="6214" w="2202">
                  <a:moveTo>
                    <a:pt x="1721" y="0"/>
                  </a:moveTo>
                  <a:cubicBezTo>
                    <a:pt x="1281" y="0"/>
                    <a:pt x="601" y="1710"/>
                    <a:pt x="601" y="1710"/>
                  </a:cubicBezTo>
                  <a:lnTo>
                    <a:pt x="0" y="6213"/>
                  </a:lnTo>
                  <a:cubicBezTo>
                    <a:pt x="0" y="6213"/>
                    <a:pt x="2202" y="3445"/>
                    <a:pt x="2068" y="943"/>
                  </a:cubicBezTo>
                  <a:cubicBezTo>
                    <a:pt x="2022" y="250"/>
                    <a:pt x="1889" y="0"/>
                    <a:pt x="1721" y="0"/>
                  </a:cubicBezTo>
                  <a:close/>
                </a:path>
              </a:pathLst>
            </a:custGeom>
            <a:solidFill>
              <a:srgbClr val="884B2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g3f0a1af8da8_0_1332"/>
            <p:cNvSpPr/>
            <p:nvPr/>
          </p:nvSpPr>
          <p:spPr>
            <a:xfrm>
              <a:off x="6771344" y="434616"/>
              <a:ext cx="254005" cy="366368"/>
            </a:xfrm>
            <a:custGeom>
              <a:rect b="b" l="l" r="r" t="t"/>
              <a:pathLst>
                <a:path extrusionOk="0" h="15879" w="11009">
                  <a:moveTo>
                    <a:pt x="2969" y="0"/>
                  </a:moveTo>
                  <a:cubicBezTo>
                    <a:pt x="2135" y="0"/>
                    <a:pt x="1768" y="2535"/>
                    <a:pt x="1768" y="2535"/>
                  </a:cubicBezTo>
                  <a:cubicBezTo>
                    <a:pt x="1702" y="2535"/>
                    <a:pt x="1635" y="2569"/>
                    <a:pt x="1568" y="2569"/>
                  </a:cubicBezTo>
                  <a:cubicBezTo>
                    <a:pt x="1501" y="2569"/>
                    <a:pt x="1435" y="2602"/>
                    <a:pt x="1368" y="2602"/>
                  </a:cubicBezTo>
                  <a:cubicBezTo>
                    <a:pt x="1101" y="2669"/>
                    <a:pt x="834" y="2802"/>
                    <a:pt x="601" y="2969"/>
                  </a:cubicBezTo>
                  <a:cubicBezTo>
                    <a:pt x="567" y="3002"/>
                    <a:pt x="501" y="3069"/>
                    <a:pt x="467" y="3102"/>
                  </a:cubicBezTo>
                  <a:cubicBezTo>
                    <a:pt x="167" y="3402"/>
                    <a:pt x="0" y="3803"/>
                    <a:pt x="0" y="4236"/>
                  </a:cubicBezTo>
                  <a:cubicBezTo>
                    <a:pt x="0" y="5804"/>
                    <a:pt x="868" y="6238"/>
                    <a:pt x="1135" y="6805"/>
                  </a:cubicBezTo>
                  <a:cubicBezTo>
                    <a:pt x="1168" y="6905"/>
                    <a:pt x="1268" y="6972"/>
                    <a:pt x="1401" y="7005"/>
                  </a:cubicBezTo>
                  <a:cubicBezTo>
                    <a:pt x="1451" y="7022"/>
                    <a:pt x="1510" y="7030"/>
                    <a:pt x="1572" y="7030"/>
                  </a:cubicBezTo>
                  <a:cubicBezTo>
                    <a:pt x="1635" y="7030"/>
                    <a:pt x="1702" y="7022"/>
                    <a:pt x="1768" y="7005"/>
                  </a:cubicBezTo>
                  <a:lnTo>
                    <a:pt x="1868" y="7005"/>
                  </a:lnTo>
                  <a:cubicBezTo>
                    <a:pt x="2002" y="6938"/>
                    <a:pt x="2135" y="6905"/>
                    <a:pt x="2269" y="6838"/>
                  </a:cubicBezTo>
                  <a:lnTo>
                    <a:pt x="2335" y="6805"/>
                  </a:lnTo>
                  <a:lnTo>
                    <a:pt x="2335" y="6805"/>
                  </a:lnTo>
                  <a:cubicBezTo>
                    <a:pt x="2369" y="7539"/>
                    <a:pt x="2302" y="8273"/>
                    <a:pt x="2102" y="8973"/>
                  </a:cubicBezTo>
                  <a:cubicBezTo>
                    <a:pt x="1968" y="9407"/>
                    <a:pt x="1802" y="9807"/>
                    <a:pt x="1568" y="10207"/>
                  </a:cubicBezTo>
                  <a:cubicBezTo>
                    <a:pt x="567" y="11775"/>
                    <a:pt x="1568" y="15878"/>
                    <a:pt x="1568" y="15878"/>
                  </a:cubicBezTo>
                  <a:lnTo>
                    <a:pt x="9440" y="15878"/>
                  </a:lnTo>
                  <a:cubicBezTo>
                    <a:pt x="9440" y="15878"/>
                    <a:pt x="9440" y="15778"/>
                    <a:pt x="9507" y="15578"/>
                  </a:cubicBezTo>
                  <a:cubicBezTo>
                    <a:pt x="9541" y="15411"/>
                    <a:pt x="9574" y="15144"/>
                    <a:pt x="9641" y="14844"/>
                  </a:cubicBezTo>
                  <a:cubicBezTo>
                    <a:pt x="9841" y="13543"/>
                    <a:pt x="10108" y="11275"/>
                    <a:pt x="9440" y="10207"/>
                  </a:cubicBezTo>
                  <a:cubicBezTo>
                    <a:pt x="8907" y="9307"/>
                    <a:pt x="8607" y="8239"/>
                    <a:pt x="8640" y="7205"/>
                  </a:cubicBezTo>
                  <a:lnTo>
                    <a:pt x="8640" y="6772"/>
                  </a:lnTo>
                  <a:cubicBezTo>
                    <a:pt x="8807" y="6872"/>
                    <a:pt x="8940" y="6938"/>
                    <a:pt x="9107" y="7005"/>
                  </a:cubicBezTo>
                  <a:cubicBezTo>
                    <a:pt x="9207" y="7038"/>
                    <a:pt x="9307" y="7038"/>
                    <a:pt x="9440" y="7038"/>
                  </a:cubicBezTo>
                  <a:cubicBezTo>
                    <a:pt x="9462" y="7043"/>
                    <a:pt x="9484" y="7045"/>
                    <a:pt x="9506" y="7045"/>
                  </a:cubicBezTo>
                  <a:cubicBezTo>
                    <a:pt x="9657" y="7045"/>
                    <a:pt x="9816" y="6950"/>
                    <a:pt x="9874" y="6805"/>
                  </a:cubicBezTo>
                  <a:cubicBezTo>
                    <a:pt x="9907" y="6705"/>
                    <a:pt x="9974" y="6605"/>
                    <a:pt x="10041" y="6505"/>
                  </a:cubicBezTo>
                  <a:cubicBezTo>
                    <a:pt x="10408" y="6071"/>
                    <a:pt x="11008" y="5537"/>
                    <a:pt x="11008" y="4236"/>
                  </a:cubicBezTo>
                  <a:cubicBezTo>
                    <a:pt x="11008" y="3936"/>
                    <a:pt x="10908" y="3603"/>
                    <a:pt x="10741" y="3369"/>
                  </a:cubicBezTo>
                  <a:cubicBezTo>
                    <a:pt x="10641" y="3236"/>
                    <a:pt x="10575" y="3136"/>
                    <a:pt x="10441" y="3069"/>
                  </a:cubicBezTo>
                  <a:cubicBezTo>
                    <a:pt x="10408" y="3036"/>
                    <a:pt x="10408" y="3002"/>
                    <a:pt x="10374" y="2969"/>
                  </a:cubicBezTo>
                  <a:cubicBezTo>
                    <a:pt x="10108" y="2769"/>
                    <a:pt x="9774" y="2635"/>
                    <a:pt x="9474" y="2569"/>
                  </a:cubicBezTo>
                  <a:lnTo>
                    <a:pt x="9340" y="2535"/>
                  </a:lnTo>
                  <a:lnTo>
                    <a:pt x="9207" y="2535"/>
                  </a:lnTo>
                  <a:cubicBezTo>
                    <a:pt x="9207" y="2535"/>
                    <a:pt x="8840" y="0"/>
                    <a:pt x="8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g3f0a1af8da8_0_1332"/>
            <p:cNvSpPr/>
            <p:nvPr/>
          </p:nvSpPr>
          <p:spPr>
            <a:xfrm>
              <a:off x="6756503" y="418980"/>
              <a:ext cx="37703" cy="97634"/>
            </a:xfrm>
            <a:custGeom>
              <a:rect b="b" l="l" r="r" t="t"/>
              <a:pathLst>
                <a:path extrusionOk="0" h="4063" w="1569">
                  <a:moveTo>
                    <a:pt x="134" y="1"/>
                  </a:moveTo>
                  <a:cubicBezTo>
                    <a:pt x="100" y="34"/>
                    <a:pt x="34" y="68"/>
                    <a:pt x="0" y="134"/>
                  </a:cubicBezTo>
                  <a:cubicBezTo>
                    <a:pt x="301" y="701"/>
                    <a:pt x="501" y="1335"/>
                    <a:pt x="601" y="2002"/>
                  </a:cubicBezTo>
                  <a:cubicBezTo>
                    <a:pt x="668" y="2369"/>
                    <a:pt x="634" y="2769"/>
                    <a:pt x="701" y="3136"/>
                  </a:cubicBezTo>
                  <a:cubicBezTo>
                    <a:pt x="768" y="3437"/>
                    <a:pt x="834" y="3737"/>
                    <a:pt x="934" y="4037"/>
                  </a:cubicBezTo>
                  <a:cubicBezTo>
                    <a:pt x="984" y="4054"/>
                    <a:pt x="1043" y="4062"/>
                    <a:pt x="1101" y="4062"/>
                  </a:cubicBezTo>
                  <a:cubicBezTo>
                    <a:pt x="1160" y="4062"/>
                    <a:pt x="1218" y="4054"/>
                    <a:pt x="1268" y="4037"/>
                  </a:cubicBezTo>
                  <a:cubicBezTo>
                    <a:pt x="1335" y="3970"/>
                    <a:pt x="1368" y="3904"/>
                    <a:pt x="1368" y="3837"/>
                  </a:cubicBezTo>
                  <a:cubicBezTo>
                    <a:pt x="1468" y="3603"/>
                    <a:pt x="1535" y="3337"/>
                    <a:pt x="1568" y="3103"/>
                  </a:cubicBezTo>
                  <a:cubicBezTo>
                    <a:pt x="1568" y="2769"/>
                    <a:pt x="1501" y="2469"/>
                    <a:pt x="1401" y="2169"/>
                  </a:cubicBezTo>
                  <a:cubicBezTo>
                    <a:pt x="1368" y="2069"/>
                    <a:pt x="1301" y="1936"/>
                    <a:pt x="1268" y="1835"/>
                  </a:cubicBezTo>
                  <a:cubicBezTo>
                    <a:pt x="1034" y="1135"/>
                    <a:pt x="634" y="535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g3f0a1af8da8_0_1332"/>
            <p:cNvSpPr/>
            <p:nvPr/>
          </p:nvSpPr>
          <p:spPr>
            <a:xfrm>
              <a:off x="6778948" y="408575"/>
              <a:ext cx="31287" cy="106621"/>
            </a:xfrm>
            <a:custGeom>
              <a:rect b="b" l="l" r="r" t="t"/>
              <a:pathLst>
                <a:path extrusionOk="0" h="4437" w="1302">
                  <a:moveTo>
                    <a:pt x="167" y="0"/>
                  </a:moveTo>
                  <a:cubicBezTo>
                    <a:pt x="100" y="0"/>
                    <a:pt x="34" y="34"/>
                    <a:pt x="0" y="34"/>
                  </a:cubicBezTo>
                  <a:cubicBezTo>
                    <a:pt x="301" y="701"/>
                    <a:pt x="467" y="1401"/>
                    <a:pt x="501" y="2102"/>
                  </a:cubicBezTo>
                  <a:cubicBezTo>
                    <a:pt x="501" y="2268"/>
                    <a:pt x="501" y="2402"/>
                    <a:pt x="501" y="2569"/>
                  </a:cubicBezTo>
                  <a:cubicBezTo>
                    <a:pt x="467" y="2802"/>
                    <a:pt x="434" y="3036"/>
                    <a:pt x="434" y="3303"/>
                  </a:cubicBezTo>
                  <a:cubicBezTo>
                    <a:pt x="467" y="3603"/>
                    <a:pt x="467" y="3903"/>
                    <a:pt x="467" y="4237"/>
                  </a:cubicBezTo>
                  <a:lnTo>
                    <a:pt x="467" y="4437"/>
                  </a:lnTo>
                  <a:cubicBezTo>
                    <a:pt x="601" y="4370"/>
                    <a:pt x="734" y="4337"/>
                    <a:pt x="868" y="4270"/>
                  </a:cubicBezTo>
                  <a:cubicBezTo>
                    <a:pt x="1034" y="4003"/>
                    <a:pt x="1168" y="3736"/>
                    <a:pt x="1268" y="3436"/>
                  </a:cubicBezTo>
                  <a:lnTo>
                    <a:pt x="1268" y="3403"/>
                  </a:lnTo>
                  <a:cubicBezTo>
                    <a:pt x="1301" y="3236"/>
                    <a:pt x="1301" y="3069"/>
                    <a:pt x="1301" y="2902"/>
                  </a:cubicBezTo>
                  <a:cubicBezTo>
                    <a:pt x="1301" y="2602"/>
                    <a:pt x="1235" y="2302"/>
                    <a:pt x="1168" y="2002"/>
                  </a:cubicBezTo>
                  <a:cubicBezTo>
                    <a:pt x="1001" y="1268"/>
                    <a:pt x="668" y="567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g3f0a1af8da8_0_1332"/>
            <p:cNvSpPr/>
            <p:nvPr/>
          </p:nvSpPr>
          <p:spPr>
            <a:xfrm>
              <a:off x="6946492" y="409368"/>
              <a:ext cx="26457" cy="111451"/>
            </a:xfrm>
            <a:custGeom>
              <a:rect b="b" l="l" r="r" t="t"/>
              <a:pathLst>
                <a:path extrusionOk="0" h="4638" w="1101">
                  <a:moveTo>
                    <a:pt x="1001" y="1"/>
                  </a:moveTo>
                  <a:cubicBezTo>
                    <a:pt x="600" y="734"/>
                    <a:pt x="334" y="1535"/>
                    <a:pt x="200" y="2369"/>
                  </a:cubicBezTo>
                  <a:cubicBezTo>
                    <a:pt x="67" y="2803"/>
                    <a:pt x="0" y="3270"/>
                    <a:pt x="33" y="3703"/>
                  </a:cubicBezTo>
                  <a:cubicBezTo>
                    <a:pt x="67" y="4037"/>
                    <a:pt x="167" y="4337"/>
                    <a:pt x="267" y="4637"/>
                  </a:cubicBezTo>
                  <a:lnTo>
                    <a:pt x="267" y="4204"/>
                  </a:lnTo>
                  <a:cubicBezTo>
                    <a:pt x="434" y="4304"/>
                    <a:pt x="567" y="4370"/>
                    <a:pt x="734" y="4404"/>
                  </a:cubicBezTo>
                  <a:cubicBezTo>
                    <a:pt x="767" y="4237"/>
                    <a:pt x="801" y="4037"/>
                    <a:pt x="834" y="3837"/>
                  </a:cubicBezTo>
                  <a:lnTo>
                    <a:pt x="867" y="3703"/>
                  </a:lnTo>
                  <a:cubicBezTo>
                    <a:pt x="901" y="3470"/>
                    <a:pt x="901" y="3203"/>
                    <a:pt x="867" y="2969"/>
                  </a:cubicBezTo>
                  <a:cubicBezTo>
                    <a:pt x="834" y="2803"/>
                    <a:pt x="834" y="2636"/>
                    <a:pt x="867" y="2436"/>
                  </a:cubicBezTo>
                  <a:cubicBezTo>
                    <a:pt x="867" y="1635"/>
                    <a:pt x="934" y="834"/>
                    <a:pt x="11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g3f0a1af8da8_0_1332"/>
            <p:cNvSpPr/>
            <p:nvPr/>
          </p:nvSpPr>
          <p:spPr>
            <a:xfrm>
              <a:off x="6965717" y="418980"/>
              <a:ext cx="30494" cy="97970"/>
            </a:xfrm>
            <a:custGeom>
              <a:rect b="b" l="l" r="r" t="t"/>
              <a:pathLst>
                <a:path extrusionOk="0" h="4077" w="1269">
                  <a:moveTo>
                    <a:pt x="1201" y="1"/>
                  </a:moveTo>
                  <a:cubicBezTo>
                    <a:pt x="701" y="635"/>
                    <a:pt x="334" y="1402"/>
                    <a:pt x="167" y="2202"/>
                  </a:cubicBezTo>
                  <a:cubicBezTo>
                    <a:pt x="134" y="2302"/>
                    <a:pt x="101" y="2436"/>
                    <a:pt x="67" y="2569"/>
                  </a:cubicBezTo>
                  <a:cubicBezTo>
                    <a:pt x="1" y="2836"/>
                    <a:pt x="1" y="3136"/>
                    <a:pt x="34" y="3437"/>
                  </a:cubicBezTo>
                  <a:cubicBezTo>
                    <a:pt x="67" y="3437"/>
                    <a:pt x="67" y="3470"/>
                    <a:pt x="34" y="3470"/>
                  </a:cubicBezTo>
                  <a:cubicBezTo>
                    <a:pt x="101" y="3670"/>
                    <a:pt x="167" y="3870"/>
                    <a:pt x="267" y="4070"/>
                  </a:cubicBezTo>
                  <a:cubicBezTo>
                    <a:pt x="289" y="4075"/>
                    <a:pt x="310" y="4077"/>
                    <a:pt x="332" y="4077"/>
                  </a:cubicBezTo>
                  <a:cubicBezTo>
                    <a:pt x="483" y="4077"/>
                    <a:pt x="643" y="3978"/>
                    <a:pt x="701" y="3804"/>
                  </a:cubicBezTo>
                  <a:cubicBezTo>
                    <a:pt x="734" y="3703"/>
                    <a:pt x="801" y="3637"/>
                    <a:pt x="868" y="3537"/>
                  </a:cubicBezTo>
                  <a:lnTo>
                    <a:pt x="868" y="3403"/>
                  </a:lnTo>
                  <a:cubicBezTo>
                    <a:pt x="901" y="3036"/>
                    <a:pt x="835" y="2669"/>
                    <a:pt x="835" y="2269"/>
                  </a:cubicBezTo>
                  <a:cubicBezTo>
                    <a:pt x="835" y="1535"/>
                    <a:pt x="1001" y="768"/>
                    <a:pt x="1268" y="68"/>
                  </a:cubicBezTo>
                  <a:cubicBezTo>
                    <a:pt x="1268" y="34"/>
                    <a:pt x="1235" y="34"/>
                    <a:pt x="12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g3f0a1af8da8_0_1332"/>
            <p:cNvSpPr/>
            <p:nvPr/>
          </p:nvSpPr>
          <p:spPr>
            <a:xfrm>
              <a:off x="6811351" y="433832"/>
              <a:ext cx="37747" cy="366368"/>
            </a:xfrm>
            <a:custGeom>
              <a:rect b="b" l="l" r="r" t="t"/>
              <a:pathLst>
                <a:path extrusionOk="0" h="15879" w="1636">
                  <a:moveTo>
                    <a:pt x="1602" y="1"/>
                  </a:moveTo>
                  <a:lnTo>
                    <a:pt x="1435" y="34"/>
                  </a:lnTo>
                  <a:cubicBezTo>
                    <a:pt x="1302" y="1835"/>
                    <a:pt x="1135" y="3670"/>
                    <a:pt x="968" y="5471"/>
                  </a:cubicBezTo>
                  <a:cubicBezTo>
                    <a:pt x="935" y="5638"/>
                    <a:pt x="902" y="5838"/>
                    <a:pt x="902" y="6005"/>
                  </a:cubicBezTo>
                  <a:cubicBezTo>
                    <a:pt x="835" y="6639"/>
                    <a:pt x="768" y="7306"/>
                    <a:pt x="701" y="7940"/>
                  </a:cubicBezTo>
                  <a:cubicBezTo>
                    <a:pt x="535" y="9441"/>
                    <a:pt x="301" y="10942"/>
                    <a:pt x="168" y="12443"/>
                  </a:cubicBezTo>
                  <a:cubicBezTo>
                    <a:pt x="101" y="13610"/>
                    <a:pt x="34" y="14745"/>
                    <a:pt x="1" y="15879"/>
                  </a:cubicBezTo>
                  <a:lnTo>
                    <a:pt x="401" y="15879"/>
                  </a:lnTo>
                  <a:cubicBezTo>
                    <a:pt x="668" y="14778"/>
                    <a:pt x="868" y="13677"/>
                    <a:pt x="1035" y="12543"/>
                  </a:cubicBezTo>
                  <a:cubicBezTo>
                    <a:pt x="1269" y="11042"/>
                    <a:pt x="1302" y="9541"/>
                    <a:pt x="1402" y="8006"/>
                  </a:cubicBezTo>
                  <a:cubicBezTo>
                    <a:pt x="1535" y="5338"/>
                    <a:pt x="1635" y="2669"/>
                    <a:pt x="16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g3f0a1af8da8_0_1332"/>
            <p:cNvSpPr/>
            <p:nvPr/>
          </p:nvSpPr>
          <p:spPr>
            <a:xfrm>
              <a:off x="6941433" y="433832"/>
              <a:ext cx="51590" cy="360208"/>
            </a:xfrm>
            <a:custGeom>
              <a:rect b="b" l="l" r="r" t="t"/>
              <a:pathLst>
                <a:path extrusionOk="0" h="15612" w="2236">
                  <a:moveTo>
                    <a:pt x="200" y="1"/>
                  </a:moveTo>
                  <a:cubicBezTo>
                    <a:pt x="0" y="2536"/>
                    <a:pt x="34" y="5071"/>
                    <a:pt x="267" y="7573"/>
                  </a:cubicBezTo>
                  <a:cubicBezTo>
                    <a:pt x="367" y="9040"/>
                    <a:pt x="567" y="10508"/>
                    <a:pt x="901" y="11976"/>
                  </a:cubicBezTo>
                  <a:cubicBezTo>
                    <a:pt x="1201" y="13210"/>
                    <a:pt x="1601" y="14444"/>
                    <a:pt x="2102" y="15612"/>
                  </a:cubicBezTo>
                  <a:cubicBezTo>
                    <a:pt x="2135" y="15445"/>
                    <a:pt x="2202" y="15178"/>
                    <a:pt x="2235" y="14878"/>
                  </a:cubicBezTo>
                  <a:cubicBezTo>
                    <a:pt x="2068" y="13844"/>
                    <a:pt x="1902" y="12810"/>
                    <a:pt x="1735" y="11809"/>
                  </a:cubicBezTo>
                  <a:cubicBezTo>
                    <a:pt x="1468" y="10375"/>
                    <a:pt x="1168" y="8974"/>
                    <a:pt x="934" y="7506"/>
                  </a:cubicBezTo>
                  <a:cubicBezTo>
                    <a:pt x="567" y="5038"/>
                    <a:pt x="401" y="2536"/>
                    <a:pt x="4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g3f0a1af8da8_0_1332"/>
            <p:cNvSpPr/>
            <p:nvPr/>
          </p:nvSpPr>
          <p:spPr>
            <a:xfrm>
              <a:off x="6054049" y="1431271"/>
              <a:ext cx="1710157" cy="2898460"/>
            </a:xfrm>
            <a:custGeom>
              <a:rect b="b" l="l" r="r" t="t"/>
              <a:pathLst>
                <a:path extrusionOk="0" h="125624" w="74121">
                  <a:moveTo>
                    <a:pt x="36593" y="1"/>
                  </a:moveTo>
                  <a:cubicBezTo>
                    <a:pt x="36527" y="634"/>
                    <a:pt x="36427" y="1235"/>
                    <a:pt x="36226" y="1835"/>
                  </a:cubicBezTo>
                  <a:cubicBezTo>
                    <a:pt x="35893" y="3069"/>
                    <a:pt x="35459" y="4270"/>
                    <a:pt x="34892" y="5404"/>
                  </a:cubicBezTo>
                  <a:cubicBezTo>
                    <a:pt x="34025" y="7172"/>
                    <a:pt x="32991" y="8874"/>
                    <a:pt x="31823" y="10408"/>
                  </a:cubicBezTo>
                  <a:cubicBezTo>
                    <a:pt x="29622" y="13344"/>
                    <a:pt x="27087" y="16012"/>
                    <a:pt x="24251" y="18347"/>
                  </a:cubicBezTo>
                  <a:cubicBezTo>
                    <a:pt x="12576" y="28187"/>
                    <a:pt x="12743" y="47068"/>
                    <a:pt x="12743" y="47068"/>
                  </a:cubicBezTo>
                  <a:cubicBezTo>
                    <a:pt x="12743" y="47068"/>
                    <a:pt x="22016" y="49703"/>
                    <a:pt x="19214" y="60411"/>
                  </a:cubicBezTo>
                  <a:cubicBezTo>
                    <a:pt x="16993" y="69020"/>
                    <a:pt x="8957" y="69786"/>
                    <a:pt x="6167" y="69786"/>
                  </a:cubicBezTo>
                  <a:cubicBezTo>
                    <a:pt x="5563" y="69786"/>
                    <a:pt x="5204" y="69751"/>
                    <a:pt x="5204" y="69751"/>
                  </a:cubicBezTo>
                  <a:cubicBezTo>
                    <a:pt x="3003" y="74988"/>
                    <a:pt x="1468" y="80492"/>
                    <a:pt x="634" y="86129"/>
                  </a:cubicBezTo>
                  <a:cubicBezTo>
                    <a:pt x="167" y="89331"/>
                    <a:pt x="1" y="92567"/>
                    <a:pt x="167" y="95803"/>
                  </a:cubicBezTo>
                  <a:cubicBezTo>
                    <a:pt x="935" y="109546"/>
                    <a:pt x="8573" y="123956"/>
                    <a:pt x="36593" y="125624"/>
                  </a:cubicBezTo>
                  <a:cubicBezTo>
                    <a:pt x="68883" y="123689"/>
                    <a:pt x="74120" y="104842"/>
                    <a:pt x="72886" y="89565"/>
                  </a:cubicBezTo>
                  <a:cubicBezTo>
                    <a:pt x="72286" y="82760"/>
                    <a:pt x="70618" y="76055"/>
                    <a:pt x="67982" y="69751"/>
                  </a:cubicBezTo>
                  <a:cubicBezTo>
                    <a:pt x="67630" y="69774"/>
                    <a:pt x="67278" y="69785"/>
                    <a:pt x="66927" y="69785"/>
                  </a:cubicBezTo>
                  <a:cubicBezTo>
                    <a:pt x="64748" y="69785"/>
                    <a:pt x="62592" y="69340"/>
                    <a:pt x="60610" y="68450"/>
                  </a:cubicBezTo>
                  <a:cubicBezTo>
                    <a:pt x="57842" y="67249"/>
                    <a:pt x="55140" y="64880"/>
                    <a:pt x="53972" y="60411"/>
                  </a:cubicBezTo>
                  <a:cubicBezTo>
                    <a:pt x="51170" y="49703"/>
                    <a:pt x="60410" y="47068"/>
                    <a:pt x="60410" y="47068"/>
                  </a:cubicBezTo>
                  <a:cubicBezTo>
                    <a:pt x="60410" y="47068"/>
                    <a:pt x="60577" y="28187"/>
                    <a:pt x="48902" y="18347"/>
                  </a:cubicBezTo>
                  <a:cubicBezTo>
                    <a:pt x="46100" y="16012"/>
                    <a:pt x="43565" y="13377"/>
                    <a:pt x="41363" y="10441"/>
                  </a:cubicBezTo>
                  <a:cubicBezTo>
                    <a:pt x="40463" y="9207"/>
                    <a:pt x="39629" y="7940"/>
                    <a:pt x="38928" y="6639"/>
                  </a:cubicBezTo>
                  <a:cubicBezTo>
                    <a:pt x="38395" y="5638"/>
                    <a:pt x="37894" y="4637"/>
                    <a:pt x="37494" y="3570"/>
                  </a:cubicBezTo>
                  <a:cubicBezTo>
                    <a:pt x="37027" y="2436"/>
                    <a:pt x="36727" y="1235"/>
                    <a:pt x="365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g3f0a1af8da8_0_1332"/>
            <p:cNvSpPr/>
            <p:nvPr/>
          </p:nvSpPr>
          <p:spPr>
            <a:xfrm>
              <a:off x="6752863" y="756313"/>
              <a:ext cx="290183" cy="1643177"/>
            </a:xfrm>
            <a:custGeom>
              <a:rect b="b" l="l" r="r" t="t"/>
              <a:pathLst>
                <a:path extrusionOk="0" h="71218" w="12577">
                  <a:moveTo>
                    <a:pt x="3403" y="0"/>
                  </a:moveTo>
                  <a:lnTo>
                    <a:pt x="1" y="71218"/>
                  </a:lnTo>
                  <a:lnTo>
                    <a:pt x="12576" y="71218"/>
                  </a:lnTo>
                  <a:lnTo>
                    <a:pt x="91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g3f0a1af8da8_0_1332"/>
            <p:cNvSpPr/>
            <p:nvPr/>
          </p:nvSpPr>
          <p:spPr>
            <a:xfrm>
              <a:off x="6774412" y="3514654"/>
              <a:ext cx="247083" cy="811229"/>
            </a:xfrm>
            <a:custGeom>
              <a:rect b="b" l="l" r="r" t="t"/>
              <a:pathLst>
                <a:path extrusionOk="0" h="35160" w="10709">
                  <a:moveTo>
                    <a:pt x="1" y="1"/>
                  </a:moveTo>
                  <a:lnTo>
                    <a:pt x="3637" y="14444"/>
                  </a:lnTo>
                  <a:lnTo>
                    <a:pt x="3637" y="35159"/>
                  </a:lnTo>
                  <a:lnTo>
                    <a:pt x="7039" y="35159"/>
                  </a:lnTo>
                  <a:lnTo>
                    <a:pt x="7039" y="14411"/>
                  </a:lnTo>
                  <a:lnTo>
                    <a:pt x="107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g3f0a1af8da8_0_1332"/>
            <p:cNvSpPr/>
            <p:nvPr/>
          </p:nvSpPr>
          <p:spPr>
            <a:xfrm>
              <a:off x="6838299" y="4329684"/>
              <a:ext cx="119308" cy="290944"/>
            </a:xfrm>
            <a:custGeom>
              <a:rect b="b" l="l" r="r" t="t"/>
              <a:pathLst>
                <a:path extrusionOk="0" h="12610" w="5171">
                  <a:moveTo>
                    <a:pt x="0" y="1"/>
                  </a:moveTo>
                  <a:lnTo>
                    <a:pt x="1768" y="12610"/>
                  </a:lnTo>
                  <a:lnTo>
                    <a:pt x="3403" y="12610"/>
                  </a:lnTo>
                  <a:lnTo>
                    <a:pt x="5171" y="1"/>
                  </a:lnTo>
                  <a:close/>
                </a:path>
              </a:pathLst>
            </a:custGeom>
            <a:solidFill>
              <a:srgbClr val="112129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g3f0a1af8da8_0_1332"/>
            <p:cNvSpPr/>
            <p:nvPr/>
          </p:nvSpPr>
          <p:spPr>
            <a:xfrm>
              <a:off x="7069184" y="2638045"/>
              <a:ext cx="207053" cy="499935"/>
            </a:xfrm>
            <a:custGeom>
              <a:rect b="b" l="l" r="r" t="t"/>
              <a:pathLst>
                <a:path extrusionOk="0" h="21668" w="8974">
                  <a:moveTo>
                    <a:pt x="1302" y="1"/>
                  </a:moveTo>
                  <a:cubicBezTo>
                    <a:pt x="1001" y="1"/>
                    <a:pt x="668" y="101"/>
                    <a:pt x="401" y="268"/>
                  </a:cubicBezTo>
                  <a:cubicBezTo>
                    <a:pt x="134" y="468"/>
                    <a:pt x="1" y="801"/>
                    <a:pt x="67" y="1102"/>
                  </a:cubicBezTo>
                  <a:cubicBezTo>
                    <a:pt x="34" y="801"/>
                    <a:pt x="201" y="501"/>
                    <a:pt x="501" y="401"/>
                  </a:cubicBezTo>
                  <a:cubicBezTo>
                    <a:pt x="682" y="272"/>
                    <a:pt x="903" y="223"/>
                    <a:pt x="1133" y="223"/>
                  </a:cubicBezTo>
                  <a:cubicBezTo>
                    <a:pt x="1200" y="223"/>
                    <a:pt x="1267" y="227"/>
                    <a:pt x="1335" y="234"/>
                  </a:cubicBezTo>
                  <a:cubicBezTo>
                    <a:pt x="1602" y="301"/>
                    <a:pt x="1835" y="434"/>
                    <a:pt x="2002" y="668"/>
                  </a:cubicBezTo>
                  <a:cubicBezTo>
                    <a:pt x="2169" y="868"/>
                    <a:pt x="2302" y="1135"/>
                    <a:pt x="2369" y="1402"/>
                  </a:cubicBezTo>
                  <a:cubicBezTo>
                    <a:pt x="2502" y="1969"/>
                    <a:pt x="2602" y="2569"/>
                    <a:pt x="2602" y="3136"/>
                  </a:cubicBezTo>
                  <a:cubicBezTo>
                    <a:pt x="2636" y="3737"/>
                    <a:pt x="2636" y="4337"/>
                    <a:pt x="2636" y="4938"/>
                  </a:cubicBezTo>
                  <a:cubicBezTo>
                    <a:pt x="2602" y="7339"/>
                    <a:pt x="2269" y="9741"/>
                    <a:pt x="2269" y="12209"/>
                  </a:cubicBezTo>
                  <a:cubicBezTo>
                    <a:pt x="2269" y="13444"/>
                    <a:pt x="2402" y="14678"/>
                    <a:pt x="2669" y="15912"/>
                  </a:cubicBezTo>
                  <a:cubicBezTo>
                    <a:pt x="2969" y="17146"/>
                    <a:pt x="3470" y="18314"/>
                    <a:pt x="4170" y="19348"/>
                  </a:cubicBezTo>
                  <a:cubicBezTo>
                    <a:pt x="4504" y="19882"/>
                    <a:pt x="4937" y="20349"/>
                    <a:pt x="5404" y="20782"/>
                  </a:cubicBezTo>
                  <a:cubicBezTo>
                    <a:pt x="5871" y="21249"/>
                    <a:pt x="6472" y="21549"/>
                    <a:pt x="7139" y="21650"/>
                  </a:cubicBezTo>
                  <a:cubicBezTo>
                    <a:pt x="7218" y="21661"/>
                    <a:pt x="7297" y="21667"/>
                    <a:pt x="7376" y="21667"/>
                  </a:cubicBezTo>
                  <a:cubicBezTo>
                    <a:pt x="7967" y="21667"/>
                    <a:pt x="8546" y="21345"/>
                    <a:pt x="8840" y="20816"/>
                  </a:cubicBezTo>
                  <a:cubicBezTo>
                    <a:pt x="8974" y="20515"/>
                    <a:pt x="8974" y="20148"/>
                    <a:pt x="8840" y="19848"/>
                  </a:cubicBezTo>
                  <a:cubicBezTo>
                    <a:pt x="8707" y="19548"/>
                    <a:pt x="8440" y="19348"/>
                    <a:pt x="8140" y="19281"/>
                  </a:cubicBezTo>
                  <a:lnTo>
                    <a:pt x="8140" y="19281"/>
                  </a:lnTo>
                  <a:cubicBezTo>
                    <a:pt x="8440" y="19381"/>
                    <a:pt x="8640" y="19615"/>
                    <a:pt x="8707" y="19915"/>
                  </a:cubicBezTo>
                  <a:cubicBezTo>
                    <a:pt x="8807" y="20182"/>
                    <a:pt x="8774" y="20449"/>
                    <a:pt x="8640" y="20716"/>
                  </a:cubicBezTo>
                  <a:cubicBezTo>
                    <a:pt x="8370" y="21067"/>
                    <a:pt x="7947" y="21287"/>
                    <a:pt x="7512" y="21287"/>
                  </a:cubicBezTo>
                  <a:cubicBezTo>
                    <a:pt x="7410" y="21287"/>
                    <a:pt x="7307" y="21275"/>
                    <a:pt x="7206" y="21249"/>
                  </a:cubicBezTo>
                  <a:cubicBezTo>
                    <a:pt x="6639" y="21116"/>
                    <a:pt x="6172" y="20816"/>
                    <a:pt x="5805" y="20382"/>
                  </a:cubicBezTo>
                  <a:cubicBezTo>
                    <a:pt x="5371" y="19982"/>
                    <a:pt x="5038" y="19515"/>
                    <a:pt x="4737" y="19014"/>
                  </a:cubicBezTo>
                  <a:cubicBezTo>
                    <a:pt x="4137" y="18014"/>
                    <a:pt x="3703" y="16879"/>
                    <a:pt x="3470" y="15745"/>
                  </a:cubicBezTo>
                  <a:cubicBezTo>
                    <a:pt x="3236" y="14578"/>
                    <a:pt x="3103" y="13410"/>
                    <a:pt x="3103" y="12209"/>
                  </a:cubicBezTo>
                  <a:cubicBezTo>
                    <a:pt x="3069" y="9841"/>
                    <a:pt x="3370" y="7406"/>
                    <a:pt x="3303" y="4938"/>
                  </a:cubicBezTo>
                  <a:cubicBezTo>
                    <a:pt x="3270" y="4337"/>
                    <a:pt x="3236" y="3737"/>
                    <a:pt x="3170" y="3103"/>
                  </a:cubicBezTo>
                  <a:cubicBezTo>
                    <a:pt x="3103" y="2503"/>
                    <a:pt x="2936" y="1869"/>
                    <a:pt x="2736" y="1268"/>
                  </a:cubicBezTo>
                  <a:cubicBezTo>
                    <a:pt x="2636" y="968"/>
                    <a:pt x="2436" y="701"/>
                    <a:pt x="2202" y="434"/>
                  </a:cubicBezTo>
                  <a:cubicBezTo>
                    <a:pt x="2102" y="334"/>
                    <a:pt x="1935" y="234"/>
                    <a:pt x="1802" y="134"/>
                  </a:cubicBezTo>
                  <a:cubicBezTo>
                    <a:pt x="1635" y="67"/>
                    <a:pt x="1468" y="34"/>
                    <a:pt x="1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g3f0a1af8da8_0_1332"/>
            <p:cNvSpPr/>
            <p:nvPr/>
          </p:nvSpPr>
          <p:spPr>
            <a:xfrm>
              <a:off x="7104600" y="2847380"/>
              <a:ext cx="74663" cy="29487"/>
            </a:xfrm>
            <a:custGeom>
              <a:rect b="b" l="l" r="r" t="t"/>
              <a:pathLst>
                <a:path extrusionOk="0" h="1278" w="3236">
                  <a:moveTo>
                    <a:pt x="3236" y="1"/>
                  </a:moveTo>
                  <a:cubicBezTo>
                    <a:pt x="2935" y="1"/>
                    <a:pt x="2635" y="1"/>
                    <a:pt x="2335" y="68"/>
                  </a:cubicBezTo>
                  <a:cubicBezTo>
                    <a:pt x="2068" y="134"/>
                    <a:pt x="1801" y="201"/>
                    <a:pt x="1534" y="301"/>
                  </a:cubicBezTo>
                  <a:cubicBezTo>
                    <a:pt x="1268" y="401"/>
                    <a:pt x="1001" y="501"/>
                    <a:pt x="767" y="635"/>
                  </a:cubicBezTo>
                  <a:cubicBezTo>
                    <a:pt x="500" y="768"/>
                    <a:pt x="234" y="935"/>
                    <a:pt x="0" y="1135"/>
                  </a:cubicBezTo>
                  <a:cubicBezTo>
                    <a:pt x="247" y="1217"/>
                    <a:pt x="517" y="1277"/>
                    <a:pt x="772" y="1277"/>
                  </a:cubicBezTo>
                  <a:cubicBezTo>
                    <a:pt x="827" y="1277"/>
                    <a:pt x="881" y="1274"/>
                    <a:pt x="934" y="1268"/>
                  </a:cubicBezTo>
                  <a:cubicBezTo>
                    <a:pt x="1534" y="1235"/>
                    <a:pt x="2135" y="1035"/>
                    <a:pt x="2602" y="701"/>
                  </a:cubicBezTo>
                  <a:cubicBezTo>
                    <a:pt x="2869" y="501"/>
                    <a:pt x="3102" y="268"/>
                    <a:pt x="3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g3f0a1af8da8_0_1332"/>
            <p:cNvSpPr/>
            <p:nvPr/>
          </p:nvSpPr>
          <p:spPr>
            <a:xfrm>
              <a:off x="6520432" y="2657149"/>
              <a:ext cx="206291" cy="499335"/>
            </a:xfrm>
            <a:custGeom>
              <a:rect b="b" l="l" r="r" t="t"/>
              <a:pathLst>
                <a:path extrusionOk="0" h="21642" w="8941">
                  <a:moveTo>
                    <a:pt x="7765" y="0"/>
                  </a:moveTo>
                  <a:cubicBezTo>
                    <a:pt x="7724" y="0"/>
                    <a:pt x="7682" y="2"/>
                    <a:pt x="7640" y="7"/>
                  </a:cubicBezTo>
                  <a:cubicBezTo>
                    <a:pt x="7473" y="7"/>
                    <a:pt x="7306" y="73"/>
                    <a:pt x="7139" y="140"/>
                  </a:cubicBezTo>
                  <a:cubicBezTo>
                    <a:pt x="7006" y="240"/>
                    <a:pt x="6873" y="340"/>
                    <a:pt x="6739" y="440"/>
                  </a:cubicBezTo>
                  <a:cubicBezTo>
                    <a:pt x="6539" y="674"/>
                    <a:pt x="6339" y="974"/>
                    <a:pt x="6239" y="1274"/>
                  </a:cubicBezTo>
                  <a:cubicBezTo>
                    <a:pt x="6005" y="1875"/>
                    <a:pt x="5872" y="2475"/>
                    <a:pt x="5805" y="3109"/>
                  </a:cubicBezTo>
                  <a:cubicBezTo>
                    <a:pt x="5738" y="3709"/>
                    <a:pt x="5672" y="4343"/>
                    <a:pt x="5672" y="4944"/>
                  </a:cubicBezTo>
                  <a:cubicBezTo>
                    <a:pt x="5572" y="7412"/>
                    <a:pt x="5872" y="9847"/>
                    <a:pt x="5838" y="12215"/>
                  </a:cubicBezTo>
                  <a:cubicBezTo>
                    <a:pt x="5838" y="13383"/>
                    <a:pt x="5738" y="14584"/>
                    <a:pt x="5505" y="15751"/>
                  </a:cubicBezTo>
                  <a:cubicBezTo>
                    <a:pt x="5271" y="16885"/>
                    <a:pt x="4838" y="17986"/>
                    <a:pt x="4237" y="19020"/>
                  </a:cubicBezTo>
                  <a:cubicBezTo>
                    <a:pt x="3937" y="19487"/>
                    <a:pt x="3570" y="19954"/>
                    <a:pt x="3170" y="20388"/>
                  </a:cubicBezTo>
                  <a:cubicBezTo>
                    <a:pt x="2803" y="20822"/>
                    <a:pt x="2303" y="21122"/>
                    <a:pt x="1769" y="21255"/>
                  </a:cubicBezTo>
                  <a:cubicBezTo>
                    <a:pt x="1668" y="21280"/>
                    <a:pt x="1567" y="21292"/>
                    <a:pt x="1466" y="21292"/>
                  </a:cubicBezTo>
                  <a:cubicBezTo>
                    <a:pt x="1030" y="21292"/>
                    <a:pt x="605" y="21067"/>
                    <a:pt x="335" y="20688"/>
                  </a:cubicBezTo>
                  <a:cubicBezTo>
                    <a:pt x="201" y="20455"/>
                    <a:pt x="168" y="20154"/>
                    <a:pt x="268" y="19888"/>
                  </a:cubicBezTo>
                  <a:cubicBezTo>
                    <a:pt x="335" y="19587"/>
                    <a:pt x="535" y="19354"/>
                    <a:pt x="835" y="19287"/>
                  </a:cubicBezTo>
                  <a:lnTo>
                    <a:pt x="835" y="19287"/>
                  </a:lnTo>
                  <a:cubicBezTo>
                    <a:pt x="501" y="19320"/>
                    <a:pt x="234" y="19554"/>
                    <a:pt x="134" y="19854"/>
                  </a:cubicBezTo>
                  <a:cubicBezTo>
                    <a:pt x="1" y="20154"/>
                    <a:pt x="1" y="20488"/>
                    <a:pt x="134" y="20788"/>
                  </a:cubicBezTo>
                  <a:cubicBezTo>
                    <a:pt x="426" y="21342"/>
                    <a:pt x="972" y="21641"/>
                    <a:pt x="1572" y="21641"/>
                  </a:cubicBezTo>
                  <a:cubicBezTo>
                    <a:pt x="1659" y="21641"/>
                    <a:pt x="1747" y="21635"/>
                    <a:pt x="1836" y="21622"/>
                  </a:cubicBezTo>
                  <a:cubicBezTo>
                    <a:pt x="2469" y="21522"/>
                    <a:pt x="3070" y="21222"/>
                    <a:pt x="3570" y="20788"/>
                  </a:cubicBezTo>
                  <a:cubicBezTo>
                    <a:pt x="4037" y="20355"/>
                    <a:pt x="4437" y="19888"/>
                    <a:pt x="4804" y="19354"/>
                  </a:cubicBezTo>
                  <a:cubicBezTo>
                    <a:pt x="5505" y="18286"/>
                    <a:pt x="6005" y="17119"/>
                    <a:pt x="6272" y="15918"/>
                  </a:cubicBezTo>
                  <a:cubicBezTo>
                    <a:pt x="6539" y="14684"/>
                    <a:pt x="6672" y="13450"/>
                    <a:pt x="6706" y="12215"/>
                  </a:cubicBezTo>
                  <a:cubicBezTo>
                    <a:pt x="6706" y="9747"/>
                    <a:pt x="6372" y="7345"/>
                    <a:pt x="6339" y="4944"/>
                  </a:cubicBezTo>
                  <a:cubicBezTo>
                    <a:pt x="6305" y="4343"/>
                    <a:pt x="6305" y="3743"/>
                    <a:pt x="6339" y="3142"/>
                  </a:cubicBezTo>
                  <a:cubicBezTo>
                    <a:pt x="6372" y="2542"/>
                    <a:pt x="6439" y="1975"/>
                    <a:pt x="6606" y="1408"/>
                  </a:cubicBezTo>
                  <a:cubicBezTo>
                    <a:pt x="6672" y="1141"/>
                    <a:pt x="6806" y="874"/>
                    <a:pt x="6973" y="640"/>
                  </a:cubicBezTo>
                  <a:cubicBezTo>
                    <a:pt x="7139" y="440"/>
                    <a:pt x="7373" y="274"/>
                    <a:pt x="7640" y="240"/>
                  </a:cubicBezTo>
                  <a:cubicBezTo>
                    <a:pt x="7711" y="222"/>
                    <a:pt x="7785" y="214"/>
                    <a:pt x="7860" y="214"/>
                  </a:cubicBezTo>
                  <a:cubicBezTo>
                    <a:pt x="8065" y="214"/>
                    <a:pt x="8278" y="276"/>
                    <a:pt x="8474" y="374"/>
                  </a:cubicBezTo>
                  <a:cubicBezTo>
                    <a:pt x="8741" y="507"/>
                    <a:pt x="8907" y="807"/>
                    <a:pt x="8874" y="1107"/>
                  </a:cubicBezTo>
                  <a:cubicBezTo>
                    <a:pt x="8941" y="774"/>
                    <a:pt x="8807" y="474"/>
                    <a:pt x="8540" y="274"/>
                  </a:cubicBezTo>
                  <a:cubicBezTo>
                    <a:pt x="8307" y="99"/>
                    <a:pt x="8049" y="0"/>
                    <a:pt x="7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g3f0a1af8da8_0_1332"/>
            <p:cNvSpPr/>
            <p:nvPr/>
          </p:nvSpPr>
          <p:spPr>
            <a:xfrm>
              <a:off x="6616644" y="2865561"/>
              <a:ext cx="74686" cy="29764"/>
            </a:xfrm>
            <a:custGeom>
              <a:rect b="b" l="l" r="r" t="t"/>
              <a:pathLst>
                <a:path extrusionOk="0" h="1290" w="3237">
                  <a:moveTo>
                    <a:pt x="242" y="0"/>
                  </a:moveTo>
                  <a:cubicBezTo>
                    <a:pt x="162" y="0"/>
                    <a:pt x="81" y="5"/>
                    <a:pt x="1" y="13"/>
                  </a:cubicBezTo>
                  <a:cubicBezTo>
                    <a:pt x="134" y="280"/>
                    <a:pt x="368" y="514"/>
                    <a:pt x="634" y="681"/>
                  </a:cubicBezTo>
                  <a:cubicBezTo>
                    <a:pt x="868" y="881"/>
                    <a:pt x="1135" y="1014"/>
                    <a:pt x="1435" y="1114"/>
                  </a:cubicBezTo>
                  <a:cubicBezTo>
                    <a:pt x="1702" y="1214"/>
                    <a:pt x="2002" y="1281"/>
                    <a:pt x="2302" y="1281"/>
                  </a:cubicBezTo>
                  <a:cubicBezTo>
                    <a:pt x="2355" y="1287"/>
                    <a:pt x="2410" y="1290"/>
                    <a:pt x="2465" y="1290"/>
                  </a:cubicBezTo>
                  <a:cubicBezTo>
                    <a:pt x="2720" y="1290"/>
                    <a:pt x="2989" y="1230"/>
                    <a:pt x="3236" y="1148"/>
                  </a:cubicBezTo>
                  <a:cubicBezTo>
                    <a:pt x="3003" y="947"/>
                    <a:pt x="2736" y="781"/>
                    <a:pt x="2469" y="614"/>
                  </a:cubicBezTo>
                  <a:cubicBezTo>
                    <a:pt x="1969" y="380"/>
                    <a:pt x="1435" y="180"/>
                    <a:pt x="901" y="80"/>
                  </a:cubicBezTo>
                  <a:cubicBezTo>
                    <a:pt x="681" y="31"/>
                    <a:pt x="462" y="0"/>
                    <a:pt x="2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g3f0a1af8da8_0_1332"/>
            <p:cNvSpPr/>
            <p:nvPr/>
          </p:nvSpPr>
          <p:spPr>
            <a:xfrm>
              <a:off x="6758262" y="2922042"/>
              <a:ext cx="279385" cy="113171"/>
            </a:xfrm>
            <a:custGeom>
              <a:rect b="b" l="l" r="r" t="t"/>
              <a:pathLst>
                <a:path extrusionOk="0" h="4905" w="12109">
                  <a:moveTo>
                    <a:pt x="0" y="1"/>
                  </a:moveTo>
                  <a:lnTo>
                    <a:pt x="0" y="4904"/>
                  </a:lnTo>
                  <a:lnTo>
                    <a:pt x="12109" y="4904"/>
                  </a:lnTo>
                  <a:lnTo>
                    <a:pt x="121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g3f0a1af8da8_0_1332"/>
            <p:cNvSpPr/>
            <p:nvPr/>
          </p:nvSpPr>
          <p:spPr>
            <a:xfrm>
              <a:off x="6832901" y="433832"/>
              <a:ext cx="40054" cy="3143213"/>
            </a:xfrm>
            <a:custGeom>
              <a:rect b="b" l="l" r="r" t="t"/>
              <a:pathLst>
                <a:path extrusionOk="0" fill="none" h="136232" w="1736">
                  <a:moveTo>
                    <a:pt x="1736" y="1"/>
                  </a:moveTo>
                  <a:lnTo>
                    <a:pt x="1" y="136232"/>
                  </a:lnTo>
                </a:path>
              </a:pathLst>
            </a:custGeom>
            <a:noFill/>
            <a:ln cap="flat" cmpd="sng" w="144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g3f0a1af8da8_0_1332"/>
            <p:cNvSpPr/>
            <p:nvPr/>
          </p:nvSpPr>
          <p:spPr>
            <a:xfrm>
              <a:off x="6884467" y="433832"/>
              <a:ext cx="7729" cy="3143213"/>
            </a:xfrm>
            <a:custGeom>
              <a:rect b="b" l="l" r="r" t="t"/>
              <a:pathLst>
                <a:path extrusionOk="0" fill="none" h="136232" w="335">
                  <a:moveTo>
                    <a:pt x="334" y="1"/>
                  </a:moveTo>
                  <a:lnTo>
                    <a:pt x="1" y="136232"/>
                  </a:lnTo>
                </a:path>
              </a:pathLst>
            </a:custGeom>
            <a:noFill/>
            <a:ln cap="flat" cmpd="sng" w="144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g3f0a1af8da8_0_1332"/>
            <p:cNvSpPr/>
            <p:nvPr/>
          </p:nvSpPr>
          <p:spPr>
            <a:xfrm>
              <a:off x="6911416" y="433832"/>
              <a:ext cx="20811" cy="3143213"/>
            </a:xfrm>
            <a:custGeom>
              <a:rect b="b" l="l" r="r" t="t"/>
              <a:pathLst>
                <a:path extrusionOk="0" fill="none" h="136232" w="902">
                  <a:moveTo>
                    <a:pt x="0" y="1"/>
                  </a:moveTo>
                  <a:lnTo>
                    <a:pt x="901" y="136232"/>
                  </a:lnTo>
                </a:path>
              </a:pathLst>
            </a:custGeom>
            <a:noFill/>
            <a:ln cap="flat" cmpd="sng" w="144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g3f0a1af8da8_0_1332"/>
            <p:cNvSpPr/>
            <p:nvPr/>
          </p:nvSpPr>
          <p:spPr>
            <a:xfrm>
              <a:off x="6936818" y="434616"/>
              <a:ext cx="40031" cy="3142428"/>
            </a:xfrm>
            <a:custGeom>
              <a:rect b="b" l="l" r="r" t="t"/>
              <a:pathLst>
                <a:path extrusionOk="0" fill="none" h="136198" w="1735">
                  <a:moveTo>
                    <a:pt x="0" y="0"/>
                  </a:moveTo>
                  <a:lnTo>
                    <a:pt x="1735" y="136198"/>
                  </a:lnTo>
                </a:path>
              </a:pathLst>
            </a:custGeom>
            <a:noFill/>
            <a:ln cap="flat" cmpd="sng" w="14475">
              <a:solidFill>
                <a:schemeClr val="lt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g3f0a1af8da8_0_1332"/>
            <p:cNvSpPr/>
            <p:nvPr/>
          </p:nvSpPr>
          <p:spPr>
            <a:xfrm>
              <a:off x="6838699" y="4315409"/>
              <a:ext cx="119308" cy="290944"/>
            </a:xfrm>
            <a:custGeom>
              <a:rect b="b" l="l" r="r" t="t"/>
              <a:pathLst>
                <a:path extrusionOk="0" h="12610" w="5171">
                  <a:moveTo>
                    <a:pt x="0" y="1"/>
                  </a:moveTo>
                  <a:lnTo>
                    <a:pt x="1768" y="12610"/>
                  </a:lnTo>
                  <a:lnTo>
                    <a:pt x="3403" y="12610"/>
                  </a:lnTo>
                  <a:lnTo>
                    <a:pt x="51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g3f0a1af8da8_0_1332"/>
            <p:cNvSpPr/>
            <p:nvPr/>
          </p:nvSpPr>
          <p:spPr>
            <a:xfrm>
              <a:off x="5946463" y="1662409"/>
              <a:ext cx="956563" cy="294082"/>
            </a:xfrm>
            <a:custGeom>
              <a:rect b="b" l="l" r="r" t="t"/>
              <a:pathLst>
                <a:path extrusionOk="0" h="12746" w="41459">
                  <a:moveTo>
                    <a:pt x="28511" y="1"/>
                  </a:moveTo>
                  <a:cubicBezTo>
                    <a:pt x="24534" y="1"/>
                    <a:pt x="19374" y="1257"/>
                    <a:pt x="19374" y="1257"/>
                  </a:cubicBezTo>
                  <a:cubicBezTo>
                    <a:pt x="19374" y="1257"/>
                    <a:pt x="10368" y="2959"/>
                    <a:pt x="5397" y="3192"/>
                  </a:cubicBezTo>
                  <a:cubicBezTo>
                    <a:pt x="2796" y="3292"/>
                    <a:pt x="594" y="6561"/>
                    <a:pt x="260" y="9230"/>
                  </a:cubicBezTo>
                  <a:cubicBezTo>
                    <a:pt x="0" y="11130"/>
                    <a:pt x="694" y="12746"/>
                    <a:pt x="2867" y="12746"/>
                  </a:cubicBezTo>
                  <a:cubicBezTo>
                    <a:pt x="3478" y="12746"/>
                    <a:pt x="4207" y="12618"/>
                    <a:pt x="5064" y="12332"/>
                  </a:cubicBezTo>
                  <a:cubicBezTo>
                    <a:pt x="10334" y="10531"/>
                    <a:pt x="14404" y="8196"/>
                    <a:pt x="17706" y="6628"/>
                  </a:cubicBezTo>
                  <a:cubicBezTo>
                    <a:pt x="19507" y="5761"/>
                    <a:pt x="21075" y="5160"/>
                    <a:pt x="22476" y="5027"/>
                  </a:cubicBezTo>
                  <a:cubicBezTo>
                    <a:pt x="24044" y="6728"/>
                    <a:pt x="27613" y="7128"/>
                    <a:pt x="28948" y="7562"/>
                  </a:cubicBezTo>
                  <a:cubicBezTo>
                    <a:pt x="31850" y="8563"/>
                    <a:pt x="29648" y="9697"/>
                    <a:pt x="30916" y="9697"/>
                  </a:cubicBezTo>
                  <a:cubicBezTo>
                    <a:pt x="32116" y="9697"/>
                    <a:pt x="31616" y="7962"/>
                    <a:pt x="32183" y="7495"/>
                  </a:cubicBezTo>
                  <a:cubicBezTo>
                    <a:pt x="32884" y="7695"/>
                    <a:pt x="33484" y="9697"/>
                    <a:pt x="33784" y="9697"/>
                  </a:cubicBezTo>
                  <a:cubicBezTo>
                    <a:pt x="34685" y="9663"/>
                    <a:pt x="35486" y="8162"/>
                    <a:pt x="34652" y="7362"/>
                  </a:cubicBezTo>
                  <a:cubicBezTo>
                    <a:pt x="33517" y="6294"/>
                    <a:pt x="31016" y="4626"/>
                    <a:pt x="32116" y="4326"/>
                  </a:cubicBezTo>
                  <a:cubicBezTo>
                    <a:pt x="32647" y="4173"/>
                    <a:pt x="33297" y="4120"/>
                    <a:pt x="33943" y="4120"/>
                  </a:cubicBezTo>
                  <a:cubicBezTo>
                    <a:pt x="35408" y="4120"/>
                    <a:pt x="36853" y="4393"/>
                    <a:pt x="36853" y="4393"/>
                  </a:cubicBezTo>
                  <a:cubicBezTo>
                    <a:pt x="36853" y="4393"/>
                    <a:pt x="40553" y="7879"/>
                    <a:pt x="41319" y="7879"/>
                  </a:cubicBezTo>
                  <a:cubicBezTo>
                    <a:pt x="41407" y="7879"/>
                    <a:pt x="41456" y="7832"/>
                    <a:pt x="41456" y="7729"/>
                  </a:cubicBezTo>
                  <a:cubicBezTo>
                    <a:pt x="41456" y="6728"/>
                    <a:pt x="40589" y="5461"/>
                    <a:pt x="40589" y="5460"/>
                  </a:cubicBezTo>
                  <a:lnTo>
                    <a:pt x="40589" y="5460"/>
                  </a:lnTo>
                  <a:cubicBezTo>
                    <a:pt x="40589" y="5460"/>
                    <a:pt x="40897" y="5651"/>
                    <a:pt x="41107" y="5651"/>
                  </a:cubicBezTo>
                  <a:cubicBezTo>
                    <a:pt x="41345" y="5651"/>
                    <a:pt x="41459" y="5406"/>
                    <a:pt x="40856" y="4360"/>
                  </a:cubicBezTo>
                  <a:cubicBezTo>
                    <a:pt x="39722" y="2392"/>
                    <a:pt x="37387" y="857"/>
                    <a:pt x="37387" y="857"/>
                  </a:cubicBezTo>
                  <a:cubicBezTo>
                    <a:pt x="37387" y="857"/>
                    <a:pt x="33918" y="423"/>
                    <a:pt x="29848" y="56"/>
                  </a:cubicBezTo>
                  <a:cubicBezTo>
                    <a:pt x="29425" y="18"/>
                    <a:pt x="28976" y="1"/>
                    <a:pt x="28511" y="1"/>
                  </a:cubicBezTo>
                  <a:close/>
                </a:path>
              </a:pathLst>
            </a:custGeom>
            <a:solidFill>
              <a:srgbClr val="884B2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g3f0a1af8da8_0_1332"/>
            <p:cNvSpPr/>
            <p:nvPr/>
          </p:nvSpPr>
          <p:spPr>
            <a:xfrm>
              <a:off x="5945678" y="1815309"/>
              <a:ext cx="408545" cy="141181"/>
            </a:xfrm>
            <a:custGeom>
              <a:rect b="b" l="l" r="r" t="t"/>
              <a:pathLst>
                <a:path extrusionOk="0" h="6119" w="17707">
                  <a:moveTo>
                    <a:pt x="17707" y="1"/>
                  </a:moveTo>
                  <a:lnTo>
                    <a:pt x="17707" y="1"/>
                  </a:lnTo>
                  <a:cubicBezTo>
                    <a:pt x="10651" y="2170"/>
                    <a:pt x="5642" y="2701"/>
                    <a:pt x="2472" y="2701"/>
                  </a:cubicBezTo>
                  <a:cubicBezTo>
                    <a:pt x="1596" y="2701"/>
                    <a:pt x="861" y="2661"/>
                    <a:pt x="261" y="2603"/>
                  </a:cubicBezTo>
                  <a:lnTo>
                    <a:pt x="261" y="2603"/>
                  </a:lnTo>
                  <a:cubicBezTo>
                    <a:pt x="1" y="4503"/>
                    <a:pt x="695" y="6119"/>
                    <a:pt x="2867" y="6119"/>
                  </a:cubicBezTo>
                  <a:cubicBezTo>
                    <a:pt x="3479" y="6119"/>
                    <a:pt x="4207" y="5991"/>
                    <a:pt x="5064" y="5705"/>
                  </a:cubicBezTo>
                  <a:cubicBezTo>
                    <a:pt x="10335" y="3904"/>
                    <a:pt x="14404" y="1569"/>
                    <a:pt x="17707" y="1"/>
                  </a:cubicBezTo>
                  <a:close/>
                </a:path>
              </a:pathLst>
            </a:custGeom>
            <a:solidFill>
              <a:srgbClr val="722F1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g3f0a1af8da8_0_1332"/>
            <p:cNvSpPr/>
            <p:nvPr/>
          </p:nvSpPr>
          <p:spPr>
            <a:xfrm>
              <a:off x="6863702" y="929056"/>
              <a:ext cx="657289" cy="734790"/>
            </a:xfrm>
            <a:custGeom>
              <a:rect b="b" l="l" r="r" t="t"/>
              <a:pathLst>
                <a:path extrusionOk="0" h="31847" w="28488">
                  <a:moveTo>
                    <a:pt x="3666" y="0"/>
                  </a:moveTo>
                  <a:cubicBezTo>
                    <a:pt x="2762" y="0"/>
                    <a:pt x="1846" y="664"/>
                    <a:pt x="1134" y="2654"/>
                  </a:cubicBezTo>
                  <a:cubicBezTo>
                    <a:pt x="1134" y="2654"/>
                    <a:pt x="0" y="6056"/>
                    <a:pt x="367" y="6957"/>
                  </a:cubicBezTo>
                  <a:cubicBezTo>
                    <a:pt x="387" y="6952"/>
                    <a:pt x="406" y="6950"/>
                    <a:pt x="423" y="6950"/>
                  </a:cubicBezTo>
                  <a:cubicBezTo>
                    <a:pt x="876" y="6950"/>
                    <a:pt x="393" y="8532"/>
                    <a:pt x="875" y="8532"/>
                  </a:cubicBezTo>
                  <a:cubicBezTo>
                    <a:pt x="894" y="8532"/>
                    <a:pt x="913" y="8529"/>
                    <a:pt x="934" y="8525"/>
                  </a:cubicBezTo>
                  <a:cubicBezTo>
                    <a:pt x="1394" y="8417"/>
                    <a:pt x="3063" y="3915"/>
                    <a:pt x="4620" y="3915"/>
                  </a:cubicBezTo>
                  <a:cubicBezTo>
                    <a:pt x="4982" y="3915"/>
                    <a:pt x="5338" y="4158"/>
                    <a:pt x="5671" y="4755"/>
                  </a:cubicBezTo>
                  <a:cubicBezTo>
                    <a:pt x="5671" y="4755"/>
                    <a:pt x="701" y="10626"/>
                    <a:pt x="1568" y="10793"/>
                  </a:cubicBezTo>
                  <a:cubicBezTo>
                    <a:pt x="1582" y="10795"/>
                    <a:pt x="1597" y="10796"/>
                    <a:pt x="1612" y="10796"/>
                  </a:cubicBezTo>
                  <a:cubicBezTo>
                    <a:pt x="2509" y="10796"/>
                    <a:pt x="5623" y="7017"/>
                    <a:pt x="6738" y="6623"/>
                  </a:cubicBezTo>
                  <a:cubicBezTo>
                    <a:pt x="6738" y="6623"/>
                    <a:pt x="9419" y="8903"/>
                    <a:pt x="13151" y="8903"/>
                  </a:cubicBezTo>
                  <a:cubicBezTo>
                    <a:pt x="13302" y="8903"/>
                    <a:pt x="13455" y="8900"/>
                    <a:pt x="13610" y="8892"/>
                  </a:cubicBezTo>
                  <a:cubicBezTo>
                    <a:pt x="16512" y="12795"/>
                    <a:pt x="18780" y="22702"/>
                    <a:pt x="18213" y="26171"/>
                  </a:cubicBezTo>
                  <a:cubicBezTo>
                    <a:pt x="18147" y="26871"/>
                    <a:pt x="18347" y="27538"/>
                    <a:pt x="18780" y="28072"/>
                  </a:cubicBezTo>
                  <a:cubicBezTo>
                    <a:pt x="20092" y="29992"/>
                    <a:pt x="23326" y="31847"/>
                    <a:pt x="25715" y="31847"/>
                  </a:cubicBezTo>
                  <a:cubicBezTo>
                    <a:pt x="26729" y="31847"/>
                    <a:pt x="27590" y="31513"/>
                    <a:pt x="28087" y="30707"/>
                  </a:cubicBezTo>
                  <a:cubicBezTo>
                    <a:pt x="28454" y="30040"/>
                    <a:pt x="28487" y="29206"/>
                    <a:pt x="28220" y="28506"/>
                  </a:cubicBezTo>
                  <a:cubicBezTo>
                    <a:pt x="27954" y="27805"/>
                    <a:pt x="27520" y="26671"/>
                    <a:pt x="26786" y="25003"/>
                  </a:cubicBezTo>
                  <a:cubicBezTo>
                    <a:pt x="25118" y="21234"/>
                    <a:pt x="21949" y="14796"/>
                    <a:pt x="16145" y="5222"/>
                  </a:cubicBezTo>
                  <a:cubicBezTo>
                    <a:pt x="13743" y="4222"/>
                    <a:pt x="7239" y="2654"/>
                    <a:pt x="7239" y="2654"/>
                  </a:cubicBezTo>
                  <a:cubicBezTo>
                    <a:pt x="7239" y="2654"/>
                    <a:pt x="5475" y="0"/>
                    <a:pt x="3666" y="0"/>
                  </a:cubicBezTo>
                  <a:close/>
                </a:path>
              </a:pathLst>
            </a:custGeom>
            <a:solidFill>
              <a:srgbClr val="884B2F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g3f0a1af8da8_0_1332"/>
            <p:cNvSpPr/>
            <p:nvPr/>
          </p:nvSpPr>
          <p:spPr>
            <a:xfrm>
              <a:off x="7481717" y="2586755"/>
              <a:ext cx="83892" cy="175028"/>
            </a:xfrm>
            <a:custGeom>
              <a:rect b="b" l="l" r="r" t="t"/>
              <a:pathLst>
                <a:path extrusionOk="0" h="7586" w="3636">
                  <a:moveTo>
                    <a:pt x="1637" y="0"/>
                  </a:moveTo>
                  <a:cubicBezTo>
                    <a:pt x="1480" y="0"/>
                    <a:pt x="1324" y="16"/>
                    <a:pt x="1168" y="56"/>
                  </a:cubicBezTo>
                  <a:cubicBezTo>
                    <a:pt x="801" y="222"/>
                    <a:pt x="467" y="389"/>
                    <a:pt x="133" y="623"/>
                  </a:cubicBezTo>
                  <a:lnTo>
                    <a:pt x="0" y="723"/>
                  </a:lnTo>
                  <a:lnTo>
                    <a:pt x="2602" y="4959"/>
                  </a:lnTo>
                  <a:cubicBezTo>
                    <a:pt x="2268" y="4992"/>
                    <a:pt x="1968" y="5059"/>
                    <a:pt x="1701" y="5226"/>
                  </a:cubicBezTo>
                  <a:cubicBezTo>
                    <a:pt x="1368" y="5393"/>
                    <a:pt x="1134" y="5693"/>
                    <a:pt x="1034" y="6060"/>
                  </a:cubicBezTo>
                  <a:cubicBezTo>
                    <a:pt x="934" y="6393"/>
                    <a:pt x="967" y="6727"/>
                    <a:pt x="1168" y="7027"/>
                  </a:cubicBezTo>
                  <a:cubicBezTo>
                    <a:pt x="1301" y="7294"/>
                    <a:pt x="1568" y="7494"/>
                    <a:pt x="1868" y="7561"/>
                  </a:cubicBezTo>
                  <a:cubicBezTo>
                    <a:pt x="1951" y="7578"/>
                    <a:pt x="2033" y="7586"/>
                    <a:pt x="2112" y="7586"/>
                  </a:cubicBezTo>
                  <a:cubicBezTo>
                    <a:pt x="2350" y="7586"/>
                    <a:pt x="2569" y="7511"/>
                    <a:pt x="2769" y="7361"/>
                  </a:cubicBezTo>
                  <a:cubicBezTo>
                    <a:pt x="3036" y="7227"/>
                    <a:pt x="3269" y="6994"/>
                    <a:pt x="3402" y="6760"/>
                  </a:cubicBezTo>
                  <a:cubicBezTo>
                    <a:pt x="3569" y="6527"/>
                    <a:pt x="3636" y="6260"/>
                    <a:pt x="3603" y="5993"/>
                  </a:cubicBezTo>
                  <a:cubicBezTo>
                    <a:pt x="3569" y="5660"/>
                    <a:pt x="3436" y="5359"/>
                    <a:pt x="3236" y="5092"/>
                  </a:cubicBezTo>
                  <a:lnTo>
                    <a:pt x="1034" y="1457"/>
                  </a:lnTo>
                  <a:lnTo>
                    <a:pt x="1168" y="1356"/>
                  </a:lnTo>
                  <a:cubicBezTo>
                    <a:pt x="1401" y="1223"/>
                    <a:pt x="1668" y="1123"/>
                    <a:pt x="1968" y="1090"/>
                  </a:cubicBezTo>
                  <a:cubicBezTo>
                    <a:pt x="2010" y="1081"/>
                    <a:pt x="2054" y="1077"/>
                    <a:pt x="2098" y="1077"/>
                  </a:cubicBezTo>
                  <a:cubicBezTo>
                    <a:pt x="2233" y="1077"/>
                    <a:pt x="2377" y="1115"/>
                    <a:pt x="2502" y="1190"/>
                  </a:cubicBezTo>
                  <a:cubicBezTo>
                    <a:pt x="2702" y="1290"/>
                    <a:pt x="2835" y="1423"/>
                    <a:pt x="2935" y="1590"/>
                  </a:cubicBezTo>
                  <a:lnTo>
                    <a:pt x="3036" y="1790"/>
                  </a:lnTo>
                  <a:lnTo>
                    <a:pt x="3469" y="1523"/>
                  </a:lnTo>
                  <a:lnTo>
                    <a:pt x="3169" y="1090"/>
                  </a:lnTo>
                  <a:cubicBezTo>
                    <a:pt x="3036" y="789"/>
                    <a:pt x="2835" y="556"/>
                    <a:pt x="2602" y="356"/>
                  </a:cubicBezTo>
                  <a:cubicBezTo>
                    <a:pt x="2435" y="189"/>
                    <a:pt x="2202" y="89"/>
                    <a:pt x="1968" y="22"/>
                  </a:cubicBezTo>
                  <a:cubicBezTo>
                    <a:pt x="1858" y="8"/>
                    <a:pt x="1747" y="0"/>
                    <a:pt x="1637" y="0"/>
                  </a:cubicBezTo>
                  <a:close/>
                </a:path>
              </a:pathLst>
            </a:custGeom>
            <a:solidFill>
              <a:srgbClr val="1D464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g3f0a1af8da8_0_1332"/>
            <p:cNvSpPr/>
            <p:nvPr/>
          </p:nvSpPr>
          <p:spPr>
            <a:xfrm>
              <a:off x="7481717" y="2586755"/>
              <a:ext cx="83892" cy="175028"/>
            </a:xfrm>
            <a:custGeom>
              <a:rect b="b" l="l" r="r" t="t"/>
              <a:pathLst>
                <a:path extrusionOk="0" h="7586" w="3636">
                  <a:moveTo>
                    <a:pt x="1637" y="0"/>
                  </a:moveTo>
                  <a:cubicBezTo>
                    <a:pt x="1480" y="0"/>
                    <a:pt x="1324" y="16"/>
                    <a:pt x="1168" y="56"/>
                  </a:cubicBezTo>
                  <a:cubicBezTo>
                    <a:pt x="801" y="222"/>
                    <a:pt x="467" y="389"/>
                    <a:pt x="133" y="623"/>
                  </a:cubicBezTo>
                  <a:lnTo>
                    <a:pt x="0" y="723"/>
                  </a:lnTo>
                  <a:lnTo>
                    <a:pt x="2602" y="4959"/>
                  </a:lnTo>
                  <a:cubicBezTo>
                    <a:pt x="2268" y="4992"/>
                    <a:pt x="1968" y="5059"/>
                    <a:pt x="1701" y="5226"/>
                  </a:cubicBezTo>
                  <a:cubicBezTo>
                    <a:pt x="1368" y="5393"/>
                    <a:pt x="1134" y="5693"/>
                    <a:pt x="1034" y="6060"/>
                  </a:cubicBezTo>
                  <a:cubicBezTo>
                    <a:pt x="934" y="6393"/>
                    <a:pt x="967" y="6727"/>
                    <a:pt x="1168" y="7027"/>
                  </a:cubicBezTo>
                  <a:cubicBezTo>
                    <a:pt x="1301" y="7294"/>
                    <a:pt x="1568" y="7494"/>
                    <a:pt x="1868" y="7561"/>
                  </a:cubicBezTo>
                  <a:cubicBezTo>
                    <a:pt x="1951" y="7578"/>
                    <a:pt x="2033" y="7586"/>
                    <a:pt x="2112" y="7586"/>
                  </a:cubicBezTo>
                  <a:cubicBezTo>
                    <a:pt x="2350" y="7586"/>
                    <a:pt x="2569" y="7511"/>
                    <a:pt x="2769" y="7361"/>
                  </a:cubicBezTo>
                  <a:cubicBezTo>
                    <a:pt x="3036" y="7227"/>
                    <a:pt x="3269" y="6994"/>
                    <a:pt x="3402" y="6760"/>
                  </a:cubicBezTo>
                  <a:cubicBezTo>
                    <a:pt x="3569" y="6527"/>
                    <a:pt x="3636" y="6260"/>
                    <a:pt x="3603" y="5993"/>
                  </a:cubicBezTo>
                  <a:cubicBezTo>
                    <a:pt x="3569" y="5660"/>
                    <a:pt x="3436" y="5359"/>
                    <a:pt x="3236" y="5092"/>
                  </a:cubicBezTo>
                  <a:lnTo>
                    <a:pt x="1034" y="1457"/>
                  </a:lnTo>
                  <a:lnTo>
                    <a:pt x="1168" y="1356"/>
                  </a:lnTo>
                  <a:cubicBezTo>
                    <a:pt x="1401" y="1223"/>
                    <a:pt x="1668" y="1123"/>
                    <a:pt x="1968" y="1090"/>
                  </a:cubicBezTo>
                  <a:cubicBezTo>
                    <a:pt x="2010" y="1081"/>
                    <a:pt x="2054" y="1077"/>
                    <a:pt x="2098" y="1077"/>
                  </a:cubicBezTo>
                  <a:cubicBezTo>
                    <a:pt x="2233" y="1077"/>
                    <a:pt x="2377" y="1115"/>
                    <a:pt x="2502" y="1190"/>
                  </a:cubicBezTo>
                  <a:cubicBezTo>
                    <a:pt x="2702" y="1290"/>
                    <a:pt x="2835" y="1423"/>
                    <a:pt x="2935" y="1590"/>
                  </a:cubicBezTo>
                  <a:lnTo>
                    <a:pt x="3036" y="1790"/>
                  </a:lnTo>
                  <a:lnTo>
                    <a:pt x="3469" y="1523"/>
                  </a:lnTo>
                  <a:lnTo>
                    <a:pt x="3169" y="1090"/>
                  </a:lnTo>
                  <a:cubicBezTo>
                    <a:pt x="3036" y="789"/>
                    <a:pt x="2835" y="556"/>
                    <a:pt x="2602" y="356"/>
                  </a:cubicBezTo>
                  <a:cubicBezTo>
                    <a:pt x="2435" y="189"/>
                    <a:pt x="2202" y="89"/>
                    <a:pt x="1968" y="22"/>
                  </a:cubicBezTo>
                  <a:cubicBezTo>
                    <a:pt x="1858" y="8"/>
                    <a:pt x="1747" y="0"/>
                    <a:pt x="1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g3f0a1af8da8_0_1332"/>
            <p:cNvSpPr/>
            <p:nvPr/>
          </p:nvSpPr>
          <p:spPr>
            <a:xfrm>
              <a:off x="7273905" y="3686474"/>
              <a:ext cx="150110" cy="313071"/>
            </a:xfrm>
            <a:custGeom>
              <a:rect b="b" l="l" r="r" t="t"/>
              <a:pathLst>
                <a:path extrusionOk="0" h="13569" w="6506">
                  <a:moveTo>
                    <a:pt x="3013" y="1"/>
                  </a:moveTo>
                  <a:cubicBezTo>
                    <a:pt x="2713" y="1"/>
                    <a:pt x="2418" y="45"/>
                    <a:pt x="2135" y="126"/>
                  </a:cubicBezTo>
                  <a:cubicBezTo>
                    <a:pt x="1502" y="393"/>
                    <a:pt x="868" y="693"/>
                    <a:pt x="301" y="1093"/>
                  </a:cubicBezTo>
                  <a:lnTo>
                    <a:pt x="1" y="1260"/>
                  </a:lnTo>
                  <a:lnTo>
                    <a:pt x="4637" y="8865"/>
                  </a:lnTo>
                  <a:cubicBezTo>
                    <a:pt x="4070" y="8899"/>
                    <a:pt x="3536" y="9065"/>
                    <a:pt x="3069" y="9332"/>
                  </a:cubicBezTo>
                  <a:cubicBezTo>
                    <a:pt x="2469" y="9632"/>
                    <a:pt x="2035" y="10200"/>
                    <a:pt x="1835" y="10833"/>
                  </a:cubicBezTo>
                  <a:cubicBezTo>
                    <a:pt x="1668" y="11400"/>
                    <a:pt x="1769" y="12034"/>
                    <a:pt x="2102" y="12568"/>
                  </a:cubicBezTo>
                  <a:cubicBezTo>
                    <a:pt x="2336" y="13035"/>
                    <a:pt x="2803" y="13402"/>
                    <a:pt x="3336" y="13535"/>
                  </a:cubicBezTo>
                  <a:cubicBezTo>
                    <a:pt x="3462" y="13557"/>
                    <a:pt x="3589" y="13568"/>
                    <a:pt x="3716" y="13568"/>
                  </a:cubicBezTo>
                  <a:cubicBezTo>
                    <a:pt x="4163" y="13568"/>
                    <a:pt x="4607" y="13435"/>
                    <a:pt x="4971" y="13202"/>
                  </a:cubicBezTo>
                  <a:cubicBezTo>
                    <a:pt x="5438" y="12901"/>
                    <a:pt x="5838" y="12535"/>
                    <a:pt x="6105" y="12068"/>
                  </a:cubicBezTo>
                  <a:cubicBezTo>
                    <a:pt x="6372" y="11667"/>
                    <a:pt x="6505" y="11200"/>
                    <a:pt x="6472" y="10700"/>
                  </a:cubicBezTo>
                  <a:cubicBezTo>
                    <a:pt x="6372" y="10133"/>
                    <a:pt x="6138" y="9566"/>
                    <a:pt x="5805" y="9065"/>
                  </a:cubicBezTo>
                  <a:lnTo>
                    <a:pt x="1869" y="2561"/>
                  </a:lnTo>
                  <a:lnTo>
                    <a:pt x="2069" y="2427"/>
                  </a:lnTo>
                  <a:cubicBezTo>
                    <a:pt x="2502" y="2160"/>
                    <a:pt x="3003" y="1994"/>
                    <a:pt x="3503" y="1927"/>
                  </a:cubicBezTo>
                  <a:cubicBezTo>
                    <a:pt x="3589" y="1910"/>
                    <a:pt x="3675" y="1901"/>
                    <a:pt x="3762" y="1901"/>
                  </a:cubicBezTo>
                  <a:cubicBezTo>
                    <a:pt x="4009" y="1901"/>
                    <a:pt x="4256" y="1970"/>
                    <a:pt x="4504" y="2094"/>
                  </a:cubicBezTo>
                  <a:cubicBezTo>
                    <a:pt x="4804" y="2261"/>
                    <a:pt x="5071" y="2527"/>
                    <a:pt x="5271" y="2861"/>
                  </a:cubicBezTo>
                  <a:lnTo>
                    <a:pt x="5471" y="3195"/>
                  </a:lnTo>
                  <a:lnTo>
                    <a:pt x="6238" y="2728"/>
                  </a:lnTo>
                  <a:lnTo>
                    <a:pt x="5771" y="1894"/>
                  </a:lnTo>
                  <a:cubicBezTo>
                    <a:pt x="5471" y="1427"/>
                    <a:pt x="5104" y="1026"/>
                    <a:pt x="4704" y="659"/>
                  </a:cubicBezTo>
                  <a:cubicBezTo>
                    <a:pt x="4370" y="359"/>
                    <a:pt x="4003" y="159"/>
                    <a:pt x="3603" y="59"/>
                  </a:cubicBezTo>
                  <a:cubicBezTo>
                    <a:pt x="3406" y="19"/>
                    <a:pt x="3208" y="1"/>
                    <a:pt x="3013" y="1"/>
                  </a:cubicBezTo>
                  <a:close/>
                </a:path>
              </a:pathLst>
            </a:custGeom>
            <a:solidFill>
              <a:srgbClr val="1D464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g3f0a1af8da8_0_1332"/>
            <p:cNvSpPr/>
            <p:nvPr/>
          </p:nvSpPr>
          <p:spPr>
            <a:xfrm>
              <a:off x="7273905" y="3686474"/>
              <a:ext cx="150110" cy="313071"/>
            </a:xfrm>
            <a:custGeom>
              <a:rect b="b" l="l" r="r" t="t"/>
              <a:pathLst>
                <a:path extrusionOk="0" h="13569" w="6506">
                  <a:moveTo>
                    <a:pt x="3013" y="1"/>
                  </a:moveTo>
                  <a:cubicBezTo>
                    <a:pt x="2713" y="1"/>
                    <a:pt x="2418" y="45"/>
                    <a:pt x="2135" y="126"/>
                  </a:cubicBezTo>
                  <a:cubicBezTo>
                    <a:pt x="1502" y="393"/>
                    <a:pt x="868" y="693"/>
                    <a:pt x="301" y="1093"/>
                  </a:cubicBezTo>
                  <a:lnTo>
                    <a:pt x="1" y="1260"/>
                  </a:lnTo>
                  <a:lnTo>
                    <a:pt x="4637" y="8865"/>
                  </a:lnTo>
                  <a:cubicBezTo>
                    <a:pt x="4070" y="8899"/>
                    <a:pt x="3536" y="9065"/>
                    <a:pt x="3069" y="9332"/>
                  </a:cubicBezTo>
                  <a:cubicBezTo>
                    <a:pt x="2469" y="9632"/>
                    <a:pt x="2035" y="10200"/>
                    <a:pt x="1835" y="10833"/>
                  </a:cubicBezTo>
                  <a:cubicBezTo>
                    <a:pt x="1668" y="11400"/>
                    <a:pt x="1769" y="12034"/>
                    <a:pt x="2102" y="12568"/>
                  </a:cubicBezTo>
                  <a:cubicBezTo>
                    <a:pt x="2336" y="13035"/>
                    <a:pt x="2803" y="13402"/>
                    <a:pt x="3336" y="13535"/>
                  </a:cubicBezTo>
                  <a:cubicBezTo>
                    <a:pt x="3462" y="13557"/>
                    <a:pt x="3589" y="13568"/>
                    <a:pt x="3716" y="13568"/>
                  </a:cubicBezTo>
                  <a:cubicBezTo>
                    <a:pt x="4163" y="13568"/>
                    <a:pt x="4607" y="13435"/>
                    <a:pt x="4971" y="13202"/>
                  </a:cubicBezTo>
                  <a:cubicBezTo>
                    <a:pt x="5438" y="12901"/>
                    <a:pt x="5838" y="12535"/>
                    <a:pt x="6105" y="12068"/>
                  </a:cubicBezTo>
                  <a:cubicBezTo>
                    <a:pt x="6372" y="11667"/>
                    <a:pt x="6505" y="11200"/>
                    <a:pt x="6472" y="10700"/>
                  </a:cubicBezTo>
                  <a:cubicBezTo>
                    <a:pt x="6372" y="10133"/>
                    <a:pt x="6138" y="9566"/>
                    <a:pt x="5805" y="9065"/>
                  </a:cubicBezTo>
                  <a:lnTo>
                    <a:pt x="1869" y="2561"/>
                  </a:lnTo>
                  <a:lnTo>
                    <a:pt x="2069" y="2427"/>
                  </a:lnTo>
                  <a:cubicBezTo>
                    <a:pt x="2502" y="2160"/>
                    <a:pt x="3003" y="1994"/>
                    <a:pt x="3503" y="1927"/>
                  </a:cubicBezTo>
                  <a:cubicBezTo>
                    <a:pt x="3589" y="1910"/>
                    <a:pt x="3675" y="1901"/>
                    <a:pt x="3762" y="1901"/>
                  </a:cubicBezTo>
                  <a:cubicBezTo>
                    <a:pt x="4009" y="1901"/>
                    <a:pt x="4256" y="1970"/>
                    <a:pt x="4504" y="2094"/>
                  </a:cubicBezTo>
                  <a:cubicBezTo>
                    <a:pt x="4804" y="2261"/>
                    <a:pt x="5071" y="2527"/>
                    <a:pt x="5271" y="2861"/>
                  </a:cubicBezTo>
                  <a:lnTo>
                    <a:pt x="5471" y="3195"/>
                  </a:lnTo>
                  <a:lnTo>
                    <a:pt x="6238" y="2728"/>
                  </a:lnTo>
                  <a:lnTo>
                    <a:pt x="5771" y="1894"/>
                  </a:lnTo>
                  <a:cubicBezTo>
                    <a:pt x="5471" y="1427"/>
                    <a:pt x="5104" y="1026"/>
                    <a:pt x="4704" y="659"/>
                  </a:cubicBezTo>
                  <a:cubicBezTo>
                    <a:pt x="4370" y="359"/>
                    <a:pt x="4003" y="159"/>
                    <a:pt x="3603" y="59"/>
                  </a:cubicBezTo>
                  <a:cubicBezTo>
                    <a:pt x="3406" y="19"/>
                    <a:pt x="3208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g3f0a1af8da8_0_1332"/>
            <p:cNvSpPr/>
            <p:nvPr/>
          </p:nvSpPr>
          <p:spPr>
            <a:xfrm>
              <a:off x="7607161" y="3059045"/>
              <a:ext cx="263234" cy="438147"/>
            </a:xfrm>
            <a:custGeom>
              <a:rect b="b" l="l" r="r" t="t"/>
              <a:pathLst>
                <a:path extrusionOk="0" h="18990" w="11409">
                  <a:moveTo>
                    <a:pt x="7672" y="0"/>
                  </a:moveTo>
                  <a:lnTo>
                    <a:pt x="868" y="4837"/>
                  </a:lnTo>
                  <a:lnTo>
                    <a:pt x="3870" y="14144"/>
                  </a:lnTo>
                  <a:cubicBezTo>
                    <a:pt x="3619" y="14088"/>
                    <a:pt x="3363" y="14061"/>
                    <a:pt x="3108" y="14061"/>
                  </a:cubicBezTo>
                  <a:cubicBezTo>
                    <a:pt x="2752" y="14061"/>
                    <a:pt x="2399" y="14113"/>
                    <a:pt x="2068" y="14210"/>
                  </a:cubicBezTo>
                  <a:cubicBezTo>
                    <a:pt x="1368" y="14410"/>
                    <a:pt x="768" y="14877"/>
                    <a:pt x="401" y="15511"/>
                  </a:cubicBezTo>
                  <a:cubicBezTo>
                    <a:pt x="67" y="16112"/>
                    <a:pt x="0" y="16812"/>
                    <a:pt x="200" y="17446"/>
                  </a:cubicBezTo>
                  <a:cubicBezTo>
                    <a:pt x="367" y="18013"/>
                    <a:pt x="768" y="18513"/>
                    <a:pt x="1301" y="18780"/>
                  </a:cubicBezTo>
                  <a:cubicBezTo>
                    <a:pt x="1623" y="18923"/>
                    <a:pt x="1954" y="18990"/>
                    <a:pt x="2285" y="18990"/>
                  </a:cubicBezTo>
                  <a:cubicBezTo>
                    <a:pt x="2571" y="18990"/>
                    <a:pt x="2857" y="18940"/>
                    <a:pt x="3136" y="18847"/>
                  </a:cubicBezTo>
                  <a:cubicBezTo>
                    <a:pt x="3703" y="18647"/>
                    <a:pt x="4237" y="18347"/>
                    <a:pt x="4637" y="17913"/>
                  </a:cubicBezTo>
                  <a:cubicBezTo>
                    <a:pt x="5037" y="17579"/>
                    <a:pt x="5271" y="17079"/>
                    <a:pt x="5371" y="16579"/>
                  </a:cubicBezTo>
                  <a:cubicBezTo>
                    <a:pt x="5404" y="15912"/>
                    <a:pt x="5304" y="15278"/>
                    <a:pt x="5104" y="14677"/>
                  </a:cubicBezTo>
                  <a:lnTo>
                    <a:pt x="2535" y="6705"/>
                  </a:lnTo>
                  <a:lnTo>
                    <a:pt x="7606" y="3102"/>
                  </a:lnTo>
                  <a:lnTo>
                    <a:pt x="9807" y="10007"/>
                  </a:lnTo>
                  <a:cubicBezTo>
                    <a:pt x="9571" y="9984"/>
                    <a:pt x="9319" y="9960"/>
                    <a:pt x="9073" y="9960"/>
                  </a:cubicBezTo>
                  <a:cubicBezTo>
                    <a:pt x="8971" y="9960"/>
                    <a:pt x="8871" y="9964"/>
                    <a:pt x="8773" y="9974"/>
                  </a:cubicBezTo>
                  <a:cubicBezTo>
                    <a:pt x="8540" y="9974"/>
                    <a:pt x="8306" y="10041"/>
                    <a:pt x="8073" y="10107"/>
                  </a:cubicBezTo>
                  <a:cubicBezTo>
                    <a:pt x="7372" y="10308"/>
                    <a:pt x="6772" y="10775"/>
                    <a:pt x="6405" y="11408"/>
                  </a:cubicBezTo>
                  <a:cubicBezTo>
                    <a:pt x="6071" y="11975"/>
                    <a:pt x="5971" y="12676"/>
                    <a:pt x="6205" y="13310"/>
                  </a:cubicBezTo>
                  <a:cubicBezTo>
                    <a:pt x="6372" y="13877"/>
                    <a:pt x="6772" y="14377"/>
                    <a:pt x="7306" y="14644"/>
                  </a:cubicBezTo>
                  <a:cubicBezTo>
                    <a:pt x="7636" y="14791"/>
                    <a:pt x="7986" y="14867"/>
                    <a:pt x="8334" y="14867"/>
                  </a:cubicBezTo>
                  <a:cubicBezTo>
                    <a:pt x="8619" y="14867"/>
                    <a:pt x="8903" y="14816"/>
                    <a:pt x="9174" y="14711"/>
                  </a:cubicBezTo>
                  <a:cubicBezTo>
                    <a:pt x="9741" y="14544"/>
                    <a:pt x="10241" y="14210"/>
                    <a:pt x="10675" y="13777"/>
                  </a:cubicBezTo>
                  <a:cubicBezTo>
                    <a:pt x="11042" y="13443"/>
                    <a:pt x="11275" y="12976"/>
                    <a:pt x="11375" y="12476"/>
                  </a:cubicBezTo>
                  <a:cubicBezTo>
                    <a:pt x="11408" y="11842"/>
                    <a:pt x="11308" y="11175"/>
                    <a:pt x="11108" y="10574"/>
                  </a:cubicBezTo>
                  <a:lnTo>
                    <a:pt x="7672" y="0"/>
                  </a:lnTo>
                  <a:close/>
                </a:path>
              </a:pathLst>
            </a:custGeom>
            <a:solidFill>
              <a:srgbClr val="1D464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g3f0a1af8da8_0_1332"/>
            <p:cNvSpPr/>
            <p:nvPr/>
          </p:nvSpPr>
          <p:spPr>
            <a:xfrm>
              <a:off x="7607161" y="3059045"/>
              <a:ext cx="263234" cy="438147"/>
            </a:xfrm>
            <a:custGeom>
              <a:rect b="b" l="l" r="r" t="t"/>
              <a:pathLst>
                <a:path extrusionOk="0" h="18990" w="11409">
                  <a:moveTo>
                    <a:pt x="7672" y="0"/>
                  </a:moveTo>
                  <a:lnTo>
                    <a:pt x="868" y="4837"/>
                  </a:lnTo>
                  <a:lnTo>
                    <a:pt x="3870" y="14144"/>
                  </a:lnTo>
                  <a:cubicBezTo>
                    <a:pt x="3619" y="14088"/>
                    <a:pt x="3363" y="14061"/>
                    <a:pt x="3108" y="14061"/>
                  </a:cubicBezTo>
                  <a:cubicBezTo>
                    <a:pt x="2752" y="14061"/>
                    <a:pt x="2399" y="14113"/>
                    <a:pt x="2068" y="14210"/>
                  </a:cubicBezTo>
                  <a:cubicBezTo>
                    <a:pt x="1368" y="14410"/>
                    <a:pt x="768" y="14877"/>
                    <a:pt x="401" y="15511"/>
                  </a:cubicBezTo>
                  <a:cubicBezTo>
                    <a:pt x="67" y="16112"/>
                    <a:pt x="0" y="16812"/>
                    <a:pt x="200" y="17446"/>
                  </a:cubicBezTo>
                  <a:cubicBezTo>
                    <a:pt x="367" y="18013"/>
                    <a:pt x="768" y="18513"/>
                    <a:pt x="1301" y="18780"/>
                  </a:cubicBezTo>
                  <a:cubicBezTo>
                    <a:pt x="1623" y="18923"/>
                    <a:pt x="1954" y="18990"/>
                    <a:pt x="2285" y="18990"/>
                  </a:cubicBezTo>
                  <a:cubicBezTo>
                    <a:pt x="2571" y="18990"/>
                    <a:pt x="2857" y="18940"/>
                    <a:pt x="3136" y="18847"/>
                  </a:cubicBezTo>
                  <a:cubicBezTo>
                    <a:pt x="3703" y="18647"/>
                    <a:pt x="4237" y="18347"/>
                    <a:pt x="4637" y="17913"/>
                  </a:cubicBezTo>
                  <a:cubicBezTo>
                    <a:pt x="5037" y="17579"/>
                    <a:pt x="5271" y="17079"/>
                    <a:pt x="5371" y="16579"/>
                  </a:cubicBezTo>
                  <a:cubicBezTo>
                    <a:pt x="5404" y="15912"/>
                    <a:pt x="5304" y="15278"/>
                    <a:pt x="5104" y="14677"/>
                  </a:cubicBezTo>
                  <a:lnTo>
                    <a:pt x="2535" y="6705"/>
                  </a:lnTo>
                  <a:lnTo>
                    <a:pt x="7606" y="3102"/>
                  </a:lnTo>
                  <a:lnTo>
                    <a:pt x="9807" y="10007"/>
                  </a:lnTo>
                  <a:cubicBezTo>
                    <a:pt x="9571" y="9984"/>
                    <a:pt x="9319" y="9960"/>
                    <a:pt x="9073" y="9960"/>
                  </a:cubicBezTo>
                  <a:cubicBezTo>
                    <a:pt x="8971" y="9960"/>
                    <a:pt x="8871" y="9964"/>
                    <a:pt x="8773" y="9974"/>
                  </a:cubicBezTo>
                  <a:cubicBezTo>
                    <a:pt x="8540" y="9974"/>
                    <a:pt x="8306" y="10041"/>
                    <a:pt x="8073" y="10107"/>
                  </a:cubicBezTo>
                  <a:cubicBezTo>
                    <a:pt x="7372" y="10308"/>
                    <a:pt x="6772" y="10775"/>
                    <a:pt x="6405" y="11408"/>
                  </a:cubicBezTo>
                  <a:cubicBezTo>
                    <a:pt x="6071" y="11975"/>
                    <a:pt x="5971" y="12676"/>
                    <a:pt x="6205" y="13310"/>
                  </a:cubicBezTo>
                  <a:cubicBezTo>
                    <a:pt x="6372" y="13877"/>
                    <a:pt x="6772" y="14377"/>
                    <a:pt x="7306" y="14644"/>
                  </a:cubicBezTo>
                  <a:cubicBezTo>
                    <a:pt x="7636" y="14791"/>
                    <a:pt x="7986" y="14867"/>
                    <a:pt x="8334" y="14867"/>
                  </a:cubicBezTo>
                  <a:cubicBezTo>
                    <a:pt x="8619" y="14867"/>
                    <a:pt x="8903" y="14816"/>
                    <a:pt x="9174" y="14711"/>
                  </a:cubicBezTo>
                  <a:cubicBezTo>
                    <a:pt x="9741" y="14544"/>
                    <a:pt x="10241" y="14210"/>
                    <a:pt x="10675" y="13777"/>
                  </a:cubicBezTo>
                  <a:cubicBezTo>
                    <a:pt x="11042" y="13443"/>
                    <a:pt x="11275" y="12976"/>
                    <a:pt x="11375" y="12476"/>
                  </a:cubicBezTo>
                  <a:cubicBezTo>
                    <a:pt x="11408" y="11842"/>
                    <a:pt x="11308" y="11175"/>
                    <a:pt x="11108" y="10574"/>
                  </a:cubicBezTo>
                  <a:lnTo>
                    <a:pt x="76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g3f0a1af8da8_0_1332"/>
            <p:cNvSpPr/>
            <p:nvPr/>
          </p:nvSpPr>
          <p:spPr>
            <a:xfrm>
              <a:off x="6660504" y="3939485"/>
              <a:ext cx="179366" cy="249921"/>
            </a:xfrm>
            <a:custGeom>
              <a:rect b="b" l="l" r="r" t="t"/>
              <a:pathLst>
                <a:path extrusionOk="0" h="10832" w="7774">
                  <a:moveTo>
                    <a:pt x="7206" y="1"/>
                  </a:moveTo>
                  <a:lnTo>
                    <a:pt x="4471" y="8073"/>
                  </a:lnTo>
                  <a:cubicBezTo>
                    <a:pt x="4237" y="7806"/>
                    <a:pt x="3937" y="7640"/>
                    <a:pt x="3637" y="7540"/>
                  </a:cubicBezTo>
                  <a:cubicBezTo>
                    <a:pt x="3322" y="7434"/>
                    <a:pt x="2999" y="7383"/>
                    <a:pt x="2680" y="7383"/>
                  </a:cubicBezTo>
                  <a:cubicBezTo>
                    <a:pt x="2289" y="7383"/>
                    <a:pt x="1902" y="7459"/>
                    <a:pt x="1535" y="7606"/>
                  </a:cubicBezTo>
                  <a:cubicBezTo>
                    <a:pt x="902" y="7840"/>
                    <a:pt x="401" y="8307"/>
                    <a:pt x="134" y="8941"/>
                  </a:cubicBezTo>
                  <a:cubicBezTo>
                    <a:pt x="1" y="9307"/>
                    <a:pt x="34" y="9674"/>
                    <a:pt x="234" y="9975"/>
                  </a:cubicBezTo>
                  <a:cubicBezTo>
                    <a:pt x="468" y="10342"/>
                    <a:pt x="802" y="10575"/>
                    <a:pt x="1202" y="10675"/>
                  </a:cubicBezTo>
                  <a:cubicBezTo>
                    <a:pt x="1502" y="10780"/>
                    <a:pt x="1816" y="10831"/>
                    <a:pt x="2131" y="10831"/>
                  </a:cubicBezTo>
                  <a:cubicBezTo>
                    <a:pt x="2516" y="10831"/>
                    <a:pt x="2903" y="10755"/>
                    <a:pt x="3270" y="10608"/>
                  </a:cubicBezTo>
                  <a:cubicBezTo>
                    <a:pt x="3937" y="10375"/>
                    <a:pt x="4437" y="9908"/>
                    <a:pt x="4671" y="9274"/>
                  </a:cubicBezTo>
                  <a:lnTo>
                    <a:pt x="7773" y="168"/>
                  </a:lnTo>
                  <a:lnTo>
                    <a:pt x="7206" y="1"/>
                  </a:lnTo>
                  <a:close/>
                </a:path>
              </a:pathLst>
            </a:custGeom>
            <a:solidFill>
              <a:srgbClr val="1D464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g3f0a1af8da8_0_1332"/>
            <p:cNvSpPr/>
            <p:nvPr/>
          </p:nvSpPr>
          <p:spPr>
            <a:xfrm>
              <a:off x="6660504" y="3939485"/>
              <a:ext cx="179366" cy="249921"/>
            </a:xfrm>
            <a:custGeom>
              <a:rect b="b" l="l" r="r" t="t"/>
              <a:pathLst>
                <a:path extrusionOk="0" h="10832" w="7774">
                  <a:moveTo>
                    <a:pt x="7206" y="1"/>
                  </a:moveTo>
                  <a:lnTo>
                    <a:pt x="4471" y="8073"/>
                  </a:lnTo>
                  <a:cubicBezTo>
                    <a:pt x="4237" y="7806"/>
                    <a:pt x="3937" y="7640"/>
                    <a:pt x="3637" y="7540"/>
                  </a:cubicBezTo>
                  <a:cubicBezTo>
                    <a:pt x="3322" y="7434"/>
                    <a:pt x="2999" y="7383"/>
                    <a:pt x="2680" y="7383"/>
                  </a:cubicBezTo>
                  <a:cubicBezTo>
                    <a:pt x="2289" y="7383"/>
                    <a:pt x="1902" y="7459"/>
                    <a:pt x="1535" y="7606"/>
                  </a:cubicBezTo>
                  <a:cubicBezTo>
                    <a:pt x="902" y="7840"/>
                    <a:pt x="401" y="8307"/>
                    <a:pt x="134" y="8941"/>
                  </a:cubicBezTo>
                  <a:cubicBezTo>
                    <a:pt x="1" y="9307"/>
                    <a:pt x="34" y="9674"/>
                    <a:pt x="234" y="9975"/>
                  </a:cubicBezTo>
                  <a:cubicBezTo>
                    <a:pt x="468" y="10342"/>
                    <a:pt x="802" y="10575"/>
                    <a:pt x="1202" y="10675"/>
                  </a:cubicBezTo>
                  <a:cubicBezTo>
                    <a:pt x="1502" y="10780"/>
                    <a:pt x="1816" y="10831"/>
                    <a:pt x="2131" y="10831"/>
                  </a:cubicBezTo>
                  <a:cubicBezTo>
                    <a:pt x="2516" y="10831"/>
                    <a:pt x="2903" y="10755"/>
                    <a:pt x="3270" y="10608"/>
                  </a:cubicBezTo>
                  <a:cubicBezTo>
                    <a:pt x="3937" y="10375"/>
                    <a:pt x="4437" y="9908"/>
                    <a:pt x="4671" y="9274"/>
                  </a:cubicBezTo>
                  <a:lnTo>
                    <a:pt x="7773" y="168"/>
                  </a:lnTo>
                  <a:lnTo>
                    <a:pt x="72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4" name="Google Shape;584;g3f0a1af8da8_0_1332"/>
          <p:cNvSpPr/>
          <p:nvPr/>
        </p:nvSpPr>
        <p:spPr>
          <a:xfrm>
            <a:off x="6113767" y="3529067"/>
            <a:ext cx="259094" cy="361224"/>
          </a:xfrm>
          <a:custGeom>
            <a:rect b="b" l="l" r="r" t="t"/>
            <a:pathLst>
              <a:path extrusionOk="0" h="10837" w="7773">
                <a:moveTo>
                  <a:pt x="7239" y="0"/>
                </a:moveTo>
                <a:lnTo>
                  <a:pt x="4470" y="8073"/>
                </a:lnTo>
                <a:cubicBezTo>
                  <a:pt x="4237" y="7839"/>
                  <a:pt x="3970" y="7639"/>
                  <a:pt x="3637" y="7539"/>
                </a:cubicBezTo>
                <a:cubicBezTo>
                  <a:pt x="3330" y="7437"/>
                  <a:pt x="3017" y="7386"/>
                  <a:pt x="2706" y="7386"/>
                </a:cubicBezTo>
                <a:cubicBezTo>
                  <a:pt x="2307" y="7386"/>
                  <a:pt x="1910" y="7470"/>
                  <a:pt x="1535" y="7639"/>
                </a:cubicBezTo>
                <a:cubicBezTo>
                  <a:pt x="901" y="7839"/>
                  <a:pt x="368" y="8340"/>
                  <a:pt x="134" y="8974"/>
                </a:cubicBezTo>
                <a:cubicBezTo>
                  <a:pt x="1" y="9307"/>
                  <a:pt x="34" y="9674"/>
                  <a:pt x="234" y="10008"/>
                </a:cubicBezTo>
                <a:cubicBezTo>
                  <a:pt x="434" y="10341"/>
                  <a:pt x="801" y="10575"/>
                  <a:pt x="1201" y="10708"/>
                </a:cubicBezTo>
                <a:cubicBezTo>
                  <a:pt x="1487" y="10794"/>
                  <a:pt x="1786" y="10837"/>
                  <a:pt x="2085" y="10837"/>
                </a:cubicBezTo>
                <a:cubicBezTo>
                  <a:pt x="2485" y="10837"/>
                  <a:pt x="2888" y="10761"/>
                  <a:pt x="3270" y="10608"/>
                </a:cubicBezTo>
                <a:cubicBezTo>
                  <a:pt x="3903" y="10408"/>
                  <a:pt x="4437" y="9908"/>
                  <a:pt x="4671" y="9274"/>
                </a:cubicBezTo>
                <a:lnTo>
                  <a:pt x="7773" y="201"/>
                </a:lnTo>
                <a:lnTo>
                  <a:pt x="723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g3f0a1af8da8_0_1332"/>
          <p:cNvSpPr/>
          <p:nvPr/>
        </p:nvSpPr>
        <p:spPr>
          <a:xfrm rot="3418387">
            <a:off x="10670936" y="6001967"/>
            <a:ext cx="527315" cy="550684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g3f0a1af8da8_0_1332"/>
          <p:cNvSpPr/>
          <p:nvPr/>
        </p:nvSpPr>
        <p:spPr>
          <a:xfrm flipH="1">
            <a:off x="295500" y="3221194"/>
            <a:ext cx="548716" cy="587675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3f0a1af8da8_0_1332"/>
          <p:cNvSpPr/>
          <p:nvPr/>
        </p:nvSpPr>
        <p:spPr>
          <a:xfrm flipH="1" rot="8362065">
            <a:off x="5301987" y="1467775"/>
            <a:ext cx="1112635" cy="1161992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9" name="Google Shape;589;g3f0a1af8da8_0_1415"/>
          <p:cNvGrpSpPr/>
          <p:nvPr/>
        </p:nvGrpSpPr>
        <p:grpSpPr>
          <a:xfrm rot="3561666">
            <a:off x="-2106874" y="-1213233"/>
            <a:ext cx="9671101" cy="9499912"/>
            <a:chOff x="858308" y="3710050"/>
            <a:chExt cx="4757835" cy="4673616"/>
          </a:xfrm>
        </p:grpSpPr>
        <p:sp>
          <p:nvSpPr>
            <p:cNvPr id="590" name="Google Shape;590;g3f0a1af8da8_0_1415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g3f0a1af8da8_0_1415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g3f0a1af8da8_0_1415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g3f0a1af8da8_0_1415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g3f0a1af8da8_0_1415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5" name="Google Shape;595;g3f0a1af8da8_0_1415"/>
          <p:cNvSpPr/>
          <p:nvPr/>
        </p:nvSpPr>
        <p:spPr>
          <a:xfrm rot="3418411">
            <a:off x="10456890" y="5788251"/>
            <a:ext cx="644883" cy="673467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f0a1af8da8_0_1415"/>
          <p:cNvSpPr/>
          <p:nvPr/>
        </p:nvSpPr>
        <p:spPr>
          <a:xfrm>
            <a:off x="10467400" y="872520"/>
            <a:ext cx="939661" cy="1006310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f0a1af8da8_0_1415"/>
          <p:cNvSpPr/>
          <p:nvPr/>
        </p:nvSpPr>
        <p:spPr>
          <a:xfrm rot="2854347">
            <a:off x="419932" y="4334840"/>
            <a:ext cx="437282" cy="456680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_1">
    <p:bg>
      <p:bgPr>
        <a:solidFill>
          <a:schemeClr val="dk2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9" name="Google Shape;599;g3f0a1af8da8_0_1425"/>
          <p:cNvGrpSpPr/>
          <p:nvPr/>
        </p:nvGrpSpPr>
        <p:grpSpPr>
          <a:xfrm rot="3561666">
            <a:off x="-2225607" y="679200"/>
            <a:ext cx="9671101" cy="9499912"/>
            <a:chOff x="858308" y="3710050"/>
            <a:chExt cx="4757835" cy="4673616"/>
          </a:xfrm>
        </p:grpSpPr>
        <p:sp>
          <p:nvSpPr>
            <p:cNvPr id="600" name="Google Shape;600;g3f0a1af8da8_0_1425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g3f0a1af8da8_0_1425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g3f0a1af8da8_0_1425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g3f0a1af8da8_0_1425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g3f0a1af8da8_0_1425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5" name="Google Shape;605;g3f0a1af8da8_0_1425"/>
          <p:cNvSpPr/>
          <p:nvPr/>
        </p:nvSpPr>
        <p:spPr>
          <a:xfrm>
            <a:off x="4338817" y="5808000"/>
            <a:ext cx="551520" cy="575986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rgbClr val="F2E9C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3f0a1af8da8_0_1425"/>
          <p:cNvSpPr/>
          <p:nvPr/>
        </p:nvSpPr>
        <p:spPr>
          <a:xfrm>
            <a:off x="415533" y="2247200"/>
            <a:ext cx="485921" cy="520387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rgbClr val="F2E9C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g3f0a1af8da8_0_1425"/>
          <p:cNvSpPr/>
          <p:nvPr/>
        </p:nvSpPr>
        <p:spPr>
          <a:xfrm rot="-4699674">
            <a:off x="9980647" y="770879"/>
            <a:ext cx="811105" cy="847086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rgbClr val="F2E9C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8_1_1">
    <p:bg>
      <p:bgPr>
        <a:solidFill>
          <a:schemeClr val="accent1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" name="Google Shape;609;g3f0a1af8da8_0_1435"/>
          <p:cNvGrpSpPr/>
          <p:nvPr/>
        </p:nvGrpSpPr>
        <p:grpSpPr>
          <a:xfrm rot="3561666">
            <a:off x="1918926" y="715967"/>
            <a:ext cx="9671101" cy="9499912"/>
            <a:chOff x="858308" y="3710050"/>
            <a:chExt cx="4757835" cy="4673616"/>
          </a:xfrm>
        </p:grpSpPr>
        <p:sp>
          <p:nvSpPr>
            <p:cNvPr id="610" name="Google Shape;610;g3f0a1af8da8_0_1435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g3f0a1af8da8_0_1435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g3f0a1af8da8_0_1435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g3f0a1af8da8_0_1435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g3f0a1af8da8_0_1435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5" name="Google Shape;615;g3f0a1af8da8_0_1435"/>
          <p:cNvSpPr/>
          <p:nvPr/>
        </p:nvSpPr>
        <p:spPr>
          <a:xfrm rot="1531419">
            <a:off x="1354433" y="5213328"/>
            <a:ext cx="968748" cy="1110619"/>
          </a:xfrm>
          <a:custGeom>
            <a:rect b="b" l="l" r="r" t="t"/>
            <a:pathLst>
              <a:path extrusionOk="0" h="19349" w="16879">
                <a:moveTo>
                  <a:pt x="10408" y="1"/>
                </a:moveTo>
                <a:cubicBezTo>
                  <a:pt x="9474" y="1936"/>
                  <a:pt x="8540" y="3870"/>
                  <a:pt x="7806" y="5905"/>
                </a:cubicBezTo>
                <a:cubicBezTo>
                  <a:pt x="6505" y="6072"/>
                  <a:pt x="5196" y="6155"/>
                  <a:pt x="3890" y="6155"/>
                </a:cubicBezTo>
                <a:cubicBezTo>
                  <a:pt x="2585" y="6155"/>
                  <a:pt x="1284" y="6072"/>
                  <a:pt x="0" y="5905"/>
                </a:cubicBezTo>
                <a:lnTo>
                  <a:pt x="0" y="5905"/>
                </a:lnTo>
                <a:cubicBezTo>
                  <a:pt x="2002" y="8140"/>
                  <a:pt x="4070" y="10308"/>
                  <a:pt x="6138" y="12477"/>
                </a:cubicBezTo>
                <a:cubicBezTo>
                  <a:pt x="5771" y="14678"/>
                  <a:pt x="5337" y="16880"/>
                  <a:pt x="3903" y="18614"/>
                </a:cubicBezTo>
                <a:cubicBezTo>
                  <a:pt x="5537" y="17480"/>
                  <a:pt x="7038" y="16179"/>
                  <a:pt x="8306" y="14678"/>
                </a:cubicBezTo>
                <a:cubicBezTo>
                  <a:pt x="9874" y="16246"/>
                  <a:pt x="11475" y="17814"/>
                  <a:pt x="13109" y="19348"/>
                </a:cubicBezTo>
                <a:cubicBezTo>
                  <a:pt x="12776" y="16213"/>
                  <a:pt x="12376" y="13044"/>
                  <a:pt x="11942" y="9908"/>
                </a:cubicBezTo>
                <a:cubicBezTo>
                  <a:pt x="13543" y="7606"/>
                  <a:pt x="15111" y="5305"/>
                  <a:pt x="16879" y="3203"/>
                </a:cubicBezTo>
                <a:lnTo>
                  <a:pt x="16879" y="3203"/>
                </a:lnTo>
                <a:cubicBezTo>
                  <a:pt x="15078" y="4071"/>
                  <a:pt x="13210" y="4738"/>
                  <a:pt x="11275" y="5238"/>
                </a:cubicBezTo>
                <a:cubicBezTo>
                  <a:pt x="10975" y="3470"/>
                  <a:pt x="10708" y="1736"/>
                  <a:pt x="10408" y="1"/>
                </a:cubicBez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f0a1af8da8_0_1435"/>
          <p:cNvSpPr/>
          <p:nvPr/>
        </p:nvSpPr>
        <p:spPr>
          <a:xfrm>
            <a:off x="11237367" y="5808000"/>
            <a:ext cx="551520" cy="575986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f0a1af8da8_0_1435"/>
          <p:cNvSpPr/>
          <p:nvPr/>
        </p:nvSpPr>
        <p:spPr>
          <a:xfrm>
            <a:off x="8465367" y="1624533"/>
            <a:ext cx="685057" cy="733647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rgbClr val="D5444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8_1_1_1">
    <p:bg>
      <p:bgPr>
        <a:solidFill>
          <a:schemeClr val="dk2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" name="Google Shape;619;g3f0a1af8da8_0_1445"/>
          <p:cNvGrpSpPr/>
          <p:nvPr/>
        </p:nvGrpSpPr>
        <p:grpSpPr>
          <a:xfrm rot="3561666">
            <a:off x="-2085907" y="-768600"/>
            <a:ext cx="9671101" cy="9499912"/>
            <a:chOff x="858308" y="3710050"/>
            <a:chExt cx="4757835" cy="4673616"/>
          </a:xfrm>
        </p:grpSpPr>
        <p:sp>
          <p:nvSpPr>
            <p:cNvPr id="620" name="Google Shape;620;g3f0a1af8da8_0_1445"/>
            <p:cNvSpPr/>
            <p:nvPr/>
          </p:nvSpPr>
          <p:spPr>
            <a:xfrm>
              <a:off x="1068063" y="3914991"/>
              <a:ext cx="4338338" cy="4263950"/>
            </a:xfrm>
            <a:custGeom>
              <a:rect b="b" l="l" r="r" t="t"/>
              <a:pathLst>
                <a:path extrusionOk="0" h="104094" w="105910">
                  <a:moveTo>
                    <a:pt x="57908" y="180"/>
                  </a:moveTo>
                  <a:lnTo>
                    <a:pt x="59208" y="301"/>
                  </a:lnTo>
                  <a:lnTo>
                    <a:pt x="59208" y="301"/>
                  </a:lnTo>
                  <a:cubicBezTo>
                    <a:pt x="58775" y="256"/>
                    <a:pt x="58342" y="215"/>
                    <a:pt x="57908" y="180"/>
                  </a:cubicBezTo>
                  <a:close/>
                  <a:moveTo>
                    <a:pt x="59208" y="301"/>
                  </a:moveTo>
                  <a:lnTo>
                    <a:pt x="59208" y="301"/>
                  </a:lnTo>
                  <a:cubicBezTo>
                    <a:pt x="59272" y="308"/>
                    <a:pt x="59336" y="315"/>
                    <a:pt x="59400" y="322"/>
                  </a:cubicBezTo>
                  <a:lnTo>
                    <a:pt x="59400" y="322"/>
                  </a:lnTo>
                  <a:cubicBezTo>
                    <a:pt x="59380" y="319"/>
                    <a:pt x="59361" y="317"/>
                    <a:pt x="59342" y="314"/>
                  </a:cubicBezTo>
                  <a:lnTo>
                    <a:pt x="59208" y="301"/>
                  </a:lnTo>
                  <a:close/>
                  <a:moveTo>
                    <a:pt x="53505" y="1"/>
                  </a:moveTo>
                  <a:cubicBezTo>
                    <a:pt x="53058" y="1"/>
                    <a:pt x="52580" y="5"/>
                    <a:pt x="52071" y="14"/>
                  </a:cubicBezTo>
                  <a:cubicBezTo>
                    <a:pt x="51103" y="80"/>
                    <a:pt x="50036" y="80"/>
                    <a:pt x="48868" y="214"/>
                  </a:cubicBezTo>
                  <a:cubicBezTo>
                    <a:pt x="48301" y="281"/>
                    <a:pt x="47667" y="314"/>
                    <a:pt x="47034" y="414"/>
                  </a:cubicBezTo>
                  <a:lnTo>
                    <a:pt x="45066" y="714"/>
                  </a:lnTo>
                  <a:cubicBezTo>
                    <a:pt x="41930" y="1248"/>
                    <a:pt x="38861" y="2048"/>
                    <a:pt x="35892" y="3116"/>
                  </a:cubicBezTo>
                  <a:cubicBezTo>
                    <a:pt x="32190" y="4450"/>
                    <a:pt x="28654" y="6218"/>
                    <a:pt x="25385" y="8353"/>
                  </a:cubicBezTo>
                  <a:lnTo>
                    <a:pt x="24017" y="9254"/>
                  </a:lnTo>
                  <a:lnTo>
                    <a:pt x="22683" y="10221"/>
                  </a:lnTo>
                  <a:lnTo>
                    <a:pt x="22016" y="10721"/>
                  </a:lnTo>
                  <a:lnTo>
                    <a:pt x="21349" y="11255"/>
                  </a:lnTo>
                  <a:lnTo>
                    <a:pt x="20014" y="12323"/>
                  </a:lnTo>
                  <a:cubicBezTo>
                    <a:pt x="18213" y="13890"/>
                    <a:pt x="16512" y="15558"/>
                    <a:pt x="14911" y="17326"/>
                  </a:cubicBezTo>
                  <a:cubicBezTo>
                    <a:pt x="11408" y="21229"/>
                    <a:pt x="8506" y="25632"/>
                    <a:pt x="6338" y="30402"/>
                  </a:cubicBezTo>
                  <a:cubicBezTo>
                    <a:pt x="5170" y="32971"/>
                    <a:pt x="4203" y="35639"/>
                    <a:pt x="3469" y="38375"/>
                  </a:cubicBezTo>
                  <a:cubicBezTo>
                    <a:pt x="2669" y="41243"/>
                    <a:pt x="2135" y="44145"/>
                    <a:pt x="1868" y="47114"/>
                  </a:cubicBezTo>
                  <a:cubicBezTo>
                    <a:pt x="0" y="66895"/>
                    <a:pt x="9540" y="86009"/>
                    <a:pt x="26486" y="96383"/>
                  </a:cubicBezTo>
                  <a:cubicBezTo>
                    <a:pt x="34841" y="101525"/>
                    <a:pt x="44288" y="104093"/>
                    <a:pt x="53731" y="104093"/>
                  </a:cubicBezTo>
                  <a:cubicBezTo>
                    <a:pt x="63402" y="104093"/>
                    <a:pt x="73069" y="101399"/>
                    <a:pt x="81558" y="96016"/>
                  </a:cubicBezTo>
                  <a:cubicBezTo>
                    <a:pt x="84827" y="93948"/>
                    <a:pt x="87829" y="91513"/>
                    <a:pt x="90565" y="88777"/>
                  </a:cubicBezTo>
                  <a:lnTo>
                    <a:pt x="91098" y="88277"/>
                  </a:lnTo>
                  <a:lnTo>
                    <a:pt x="91599" y="87743"/>
                  </a:lnTo>
                  <a:lnTo>
                    <a:pt x="92566" y="86676"/>
                  </a:lnTo>
                  <a:cubicBezTo>
                    <a:pt x="93233" y="85975"/>
                    <a:pt x="93834" y="85208"/>
                    <a:pt x="94468" y="84474"/>
                  </a:cubicBezTo>
                  <a:cubicBezTo>
                    <a:pt x="95101" y="83740"/>
                    <a:pt x="95635" y="82940"/>
                    <a:pt x="96202" y="82139"/>
                  </a:cubicBezTo>
                  <a:cubicBezTo>
                    <a:pt x="96736" y="81339"/>
                    <a:pt x="97336" y="80538"/>
                    <a:pt x="97803" y="79704"/>
                  </a:cubicBezTo>
                  <a:cubicBezTo>
                    <a:pt x="99871" y="76402"/>
                    <a:pt x="101573" y="72899"/>
                    <a:pt x="102874" y="69230"/>
                  </a:cubicBezTo>
                  <a:cubicBezTo>
                    <a:pt x="104174" y="65561"/>
                    <a:pt x="105008" y="61725"/>
                    <a:pt x="105442" y="57855"/>
                  </a:cubicBezTo>
                  <a:cubicBezTo>
                    <a:pt x="105909" y="53986"/>
                    <a:pt x="105909" y="50083"/>
                    <a:pt x="105475" y="46213"/>
                  </a:cubicBezTo>
                  <a:cubicBezTo>
                    <a:pt x="105108" y="43178"/>
                    <a:pt x="104508" y="40176"/>
                    <a:pt x="103641" y="37207"/>
                  </a:cubicBezTo>
                  <a:cubicBezTo>
                    <a:pt x="101906" y="31369"/>
                    <a:pt x="99138" y="25866"/>
                    <a:pt x="95502" y="20962"/>
                  </a:cubicBezTo>
                  <a:cubicBezTo>
                    <a:pt x="93667" y="18560"/>
                    <a:pt x="91666" y="16325"/>
                    <a:pt x="89497" y="14224"/>
                  </a:cubicBezTo>
                  <a:cubicBezTo>
                    <a:pt x="85161" y="10154"/>
                    <a:pt x="80157" y="6819"/>
                    <a:pt x="74720" y="4417"/>
                  </a:cubicBezTo>
                  <a:cubicBezTo>
                    <a:pt x="69871" y="2282"/>
                    <a:pt x="64688" y="900"/>
                    <a:pt x="59400" y="322"/>
                  </a:cubicBezTo>
                  <a:lnTo>
                    <a:pt x="59400" y="322"/>
                  </a:lnTo>
                  <a:cubicBezTo>
                    <a:pt x="60332" y="453"/>
                    <a:pt x="61679" y="588"/>
                    <a:pt x="63379" y="914"/>
                  </a:cubicBezTo>
                  <a:cubicBezTo>
                    <a:pt x="68382" y="1882"/>
                    <a:pt x="73186" y="3550"/>
                    <a:pt x="77656" y="5885"/>
                  </a:cubicBezTo>
                  <a:cubicBezTo>
                    <a:pt x="78022" y="6085"/>
                    <a:pt x="78389" y="6285"/>
                    <a:pt x="78756" y="6485"/>
                  </a:cubicBezTo>
                  <a:cubicBezTo>
                    <a:pt x="79090" y="6685"/>
                    <a:pt x="79457" y="6885"/>
                    <a:pt x="79824" y="7085"/>
                  </a:cubicBezTo>
                  <a:lnTo>
                    <a:pt x="82025" y="8453"/>
                  </a:lnTo>
                  <a:lnTo>
                    <a:pt x="84227" y="9988"/>
                  </a:lnTo>
                  <a:cubicBezTo>
                    <a:pt x="84994" y="10521"/>
                    <a:pt x="85695" y="11122"/>
                    <a:pt x="86462" y="11689"/>
                  </a:cubicBezTo>
                  <a:cubicBezTo>
                    <a:pt x="89597" y="14257"/>
                    <a:pt x="92433" y="17193"/>
                    <a:pt x="94901" y="20428"/>
                  </a:cubicBezTo>
                  <a:cubicBezTo>
                    <a:pt x="100639" y="27934"/>
                    <a:pt x="104241" y="36840"/>
                    <a:pt x="105275" y="46247"/>
                  </a:cubicBezTo>
                  <a:cubicBezTo>
                    <a:pt x="105642" y="49382"/>
                    <a:pt x="105676" y="52551"/>
                    <a:pt x="105442" y="55687"/>
                  </a:cubicBezTo>
                  <a:cubicBezTo>
                    <a:pt x="105209" y="58923"/>
                    <a:pt x="104675" y="62158"/>
                    <a:pt x="103841" y="65294"/>
                  </a:cubicBezTo>
                  <a:cubicBezTo>
                    <a:pt x="102140" y="71732"/>
                    <a:pt x="99204" y="77803"/>
                    <a:pt x="95201" y="83140"/>
                  </a:cubicBezTo>
                  <a:cubicBezTo>
                    <a:pt x="91098" y="88544"/>
                    <a:pt x="85995" y="93114"/>
                    <a:pt x="80191" y="96583"/>
                  </a:cubicBezTo>
                  <a:cubicBezTo>
                    <a:pt x="74420" y="100019"/>
                    <a:pt x="68049" y="102287"/>
                    <a:pt x="61411" y="103288"/>
                  </a:cubicBezTo>
                  <a:cubicBezTo>
                    <a:pt x="58853" y="103666"/>
                    <a:pt x="56282" y="103854"/>
                    <a:pt x="53717" y="103854"/>
                  </a:cubicBezTo>
                  <a:cubicBezTo>
                    <a:pt x="46548" y="103854"/>
                    <a:pt x="39433" y="102384"/>
                    <a:pt x="32824" y="99485"/>
                  </a:cubicBezTo>
                  <a:cubicBezTo>
                    <a:pt x="30555" y="98484"/>
                    <a:pt x="28354" y="97317"/>
                    <a:pt x="26219" y="95982"/>
                  </a:cubicBezTo>
                  <a:lnTo>
                    <a:pt x="25452" y="95482"/>
                  </a:lnTo>
                  <a:lnTo>
                    <a:pt x="24651" y="94982"/>
                  </a:lnTo>
                  <a:cubicBezTo>
                    <a:pt x="24151" y="94615"/>
                    <a:pt x="23617" y="94281"/>
                    <a:pt x="23117" y="93881"/>
                  </a:cubicBezTo>
                  <a:lnTo>
                    <a:pt x="21616" y="92747"/>
                  </a:lnTo>
                  <a:cubicBezTo>
                    <a:pt x="21115" y="92346"/>
                    <a:pt x="20648" y="91946"/>
                    <a:pt x="20181" y="91546"/>
                  </a:cubicBezTo>
                  <a:cubicBezTo>
                    <a:pt x="14444" y="86676"/>
                    <a:pt x="9840" y="80638"/>
                    <a:pt x="6672" y="73833"/>
                  </a:cubicBezTo>
                  <a:lnTo>
                    <a:pt x="6271" y="72999"/>
                  </a:lnTo>
                  <a:lnTo>
                    <a:pt x="5904" y="72132"/>
                  </a:lnTo>
                  <a:cubicBezTo>
                    <a:pt x="5671" y="71565"/>
                    <a:pt x="5437" y="70998"/>
                    <a:pt x="5204" y="70397"/>
                  </a:cubicBezTo>
                  <a:cubicBezTo>
                    <a:pt x="4804" y="69263"/>
                    <a:pt x="4370" y="68096"/>
                    <a:pt x="4036" y="66928"/>
                  </a:cubicBezTo>
                  <a:cubicBezTo>
                    <a:pt x="3669" y="65761"/>
                    <a:pt x="3403" y="64560"/>
                    <a:pt x="3069" y="63392"/>
                  </a:cubicBezTo>
                  <a:cubicBezTo>
                    <a:pt x="2969" y="62792"/>
                    <a:pt x="2835" y="62192"/>
                    <a:pt x="2735" y="61591"/>
                  </a:cubicBezTo>
                  <a:cubicBezTo>
                    <a:pt x="2602" y="60991"/>
                    <a:pt x="2502" y="60390"/>
                    <a:pt x="2435" y="59790"/>
                  </a:cubicBezTo>
                  <a:cubicBezTo>
                    <a:pt x="2068" y="57421"/>
                    <a:pt x="1868" y="55053"/>
                    <a:pt x="1835" y="52651"/>
                  </a:cubicBezTo>
                  <a:cubicBezTo>
                    <a:pt x="1768" y="45713"/>
                    <a:pt x="3036" y="38842"/>
                    <a:pt x="5637" y="32404"/>
                  </a:cubicBezTo>
                  <a:cubicBezTo>
                    <a:pt x="6071" y="31403"/>
                    <a:pt x="6471" y="30369"/>
                    <a:pt x="6972" y="29401"/>
                  </a:cubicBezTo>
                  <a:cubicBezTo>
                    <a:pt x="7205" y="28934"/>
                    <a:pt x="7472" y="28434"/>
                    <a:pt x="7706" y="27934"/>
                  </a:cubicBezTo>
                  <a:lnTo>
                    <a:pt x="8473" y="26533"/>
                  </a:lnTo>
                  <a:cubicBezTo>
                    <a:pt x="15511" y="14024"/>
                    <a:pt x="27386" y="4984"/>
                    <a:pt x="41330" y="1548"/>
                  </a:cubicBezTo>
                  <a:lnTo>
                    <a:pt x="42264" y="1315"/>
                  </a:lnTo>
                  <a:lnTo>
                    <a:pt x="43198" y="1114"/>
                  </a:lnTo>
                  <a:cubicBezTo>
                    <a:pt x="43798" y="1014"/>
                    <a:pt x="44398" y="881"/>
                    <a:pt x="44966" y="781"/>
                  </a:cubicBezTo>
                  <a:lnTo>
                    <a:pt x="46667" y="514"/>
                  </a:lnTo>
                  <a:cubicBezTo>
                    <a:pt x="46934" y="481"/>
                    <a:pt x="47200" y="447"/>
                    <a:pt x="47467" y="414"/>
                  </a:cubicBezTo>
                  <a:lnTo>
                    <a:pt x="48268" y="314"/>
                  </a:lnTo>
                  <a:lnTo>
                    <a:pt x="49736" y="180"/>
                  </a:lnTo>
                  <a:cubicBezTo>
                    <a:pt x="50203" y="147"/>
                    <a:pt x="50670" y="147"/>
                    <a:pt x="51103" y="114"/>
                  </a:cubicBezTo>
                  <a:cubicBezTo>
                    <a:pt x="51763" y="65"/>
                    <a:pt x="52350" y="34"/>
                    <a:pt x="52906" y="34"/>
                  </a:cubicBezTo>
                  <a:cubicBezTo>
                    <a:pt x="53109" y="34"/>
                    <a:pt x="53308" y="38"/>
                    <a:pt x="53505" y="47"/>
                  </a:cubicBezTo>
                  <a:lnTo>
                    <a:pt x="55406" y="47"/>
                  </a:lnTo>
                  <a:lnTo>
                    <a:pt x="56774" y="114"/>
                  </a:lnTo>
                  <a:lnTo>
                    <a:pt x="57908" y="180"/>
                  </a:lnTo>
                  <a:lnTo>
                    <a:pt x="56440" y="80"/>
                  </a:lnTo>
                  <a:cubicBezTo>
                    <a:pt x="55708" y="32"/>
                    <a:pt x="54725" y="1"/>
                    <a:pt x="535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g3f0a1af8da8_0_1445"/>
            <p:cNvSpPr/>
            <p:nvPr/>
          </p:nvSpPr>
          <p:spPr>
            <a:xfrm>
              <a:off x="1279865" y="4149181"/>
              <a:ext cx="3914745" cy="3795053"/>
            </a:xfrm>
            <a:custGeom>
              <a:rect b="b" l="l" r="r" t="t"/>
              <a:pathLst>
                <a:path extrusionOk="0" h="92647" w="95569">
                  <a:moveTo>
                    <a:pt x="59243" y="1135"/>
                  </a:moveTo>
                  <a:cubicBezTo>
                    <a:pt x="60091" y="1320"/>
                    <a:pt x="60934" y="1530"/>
                    <a:pt x="61770" y="1764"/>
                  </a:cubicBezTo>
                  <a:lnTo>
                    <a:pt x="61770" y="1764"/>
                  </a:lnTo>
                  <a:cubicBezTo>
                    <a:pt x="61268" y="1623"/>
                    <a:pt x="60833" y="1506"/>
                    <a:pt x="60477" y="1402"/>
                  </a:cubicBezTo>
                  <a:lnTo>
                    <a:pt x="59243" y="1135"/>
                  </a:lnTo>
                  <a:close/>
                  <a:moveTo>
                    <a:pt x="47801" y="1"/>
                  </a:moveTo>
                  <a:cubicBezTo>
                    <a:pt x="44999" y="68"/>
                    <a:pt x="42197" y="401"/>
                    <a:pt x="39429" y="1002"/>
                  </a:cubicBezTo>
                  <a:cubicBezTo>
                    <a:pt x="36026" y="1735"/>
                    <a:pt x="32691" y="2836"/>
                    <a:pt x="29522" y="4337"/>
                  </a:cubicBezTo>
                  <a:lnTo>
                    <a:pt x="28221" y="4971"/>
                  </a:lnTo>
                  <a:lnTo>
                    <a:pt x="26920" y="5672"/>
                  </a:lnTo>
                  <a:lnTo>
                    <a:pt x="26286" y="6005"/>
                  </a:lnTo>
                  <a:lnTo>
                    <a:pt x="25619" y="6405"/>
                  </a:lnTo>
                  <a:lnTo>
                    <a:pt x="24318" y="7173"/>
                  </a:lnTo>
                  <a:cubicBezTo>
                    <a:pt x="22517" y="8340"/>
                    <a:pt x="20816" y="9574"/>
                    <a:pt x="19181" y="10942"/>
                  </a:cubicBezTo>
                  <a:cubicBezTo>
                    <a:pt x="17480" y="12443"/>
                    <a:pt x="15845" y="14011"/>
                    <a:pt x="14378" y="15712"/>
                  </a:cubicBezTo>
                  <a:cubicBezTo>
                    <a:pt x="12776" y="17513"/>
                    <a:pt x="11342" y="19448"/>
                    <a:pt x="10041" y="21449"/>
                  </a:cubicBezTo>
                  <a:cubicBezTo>
                    <a:pt x="8707" y="23584"/>
                    <a:pt x="7539" y="25819"/>
                    <a:pt x="6539" y="28121"/>
                  </a:cubicBezTo>
                  <a:cubicBezTo>
                    <a:pt x="5505" y="30556"/>
                    <a:pt x="4671" y="33058"/>
                    <a:pt x="4070" y="35626"/>
                  </a:cubicBezTo>
                  <a:cubicBezTo>
                    <a:pt x="1" y="52839"/>
                    <a:pt x="6072" y="70852"/>
                    <a:pt x="19748" y="82093"/>
                  </a:cubicBezTo>
                  <a:cubicBezTo>
                    <a:pt x="28191" y="89050"/>
                    <a:pt x="38627" y="92646"/>
                    <a:pt x="49174" y="92646"/>
                  </a:cubicBezTo>
                  <a:cubicBezTo>
                    <a:pt x="55670" y="92646"/>
                    <a:pt x="62208" y="91282"/>
                    <a:pt x="68349" y="88497"/>
                  </a:cubicBezTo>
                  <a:cubicBezTo>
                    <a:pt x="71485" y="87063"/>
                    <a:pt x="74420" y="85295"/>
                    <a:pt x="77189" y="83227"/>
                  </a:cubicBezTo>
                  <a:cubicBezTo>
                    <a:pt x="85562" y="76923"/>
                    <a:pt x="91499" y="67949"/>
                    <a:pt x="94068" y="57809"/>
                  </a:cubicBezTo>
                  <a:cubicBezTo>
                    <a:pt x="94968" y="54440"/>
                    <a:pt x="95435" y="51004"/>
                    <a:pt x="95536" y="47535"/>
                  </a:cubicBezTo>
                  <a:cubicBezTo>
                    <a:pt x="95569" y="44800"/>
                    <a:pt x="95402" y="42098"/>
                    <a:pt x="95002" y="39396"/>
                  </a:cubicBezTo>
                  <a:cubicBezTo>
                    <a:pt x="93768" y="31323"/>
                    <a:pt x="90432" y="23751"/>
                    <a:pt x="85362" y="17380"/>
                  </a:cubicBezTo>
                  <a:cubicBezTo>
                    <a:pt x="82026" y="13244"/>
                    <a:pt x="78023" y="9708"/>
                    <a:pt x="73520" y="6906"/>
                  </a:cubicBezTo>
                  <a:cubicBezTo>
                    <a:pt x="69858" y="4659"/>
                    <a:pt x="65897" y="2920"/>
                    <a:pt x="61770" y="1764"/>
                  </a:cubicBezTo>
                  <a:lnTo>
                    <a:pt x="61770" y="1764"/>
                  </a:lnTo>
                  <a:cubicBezTo>
                    <a:pt x="62398" y="1942"/>
                    <a:pt x="63131" y="2158"/>
                    <a:pt x="63946" y="2436"/>
                  </a:cubicBezTo>
                  <a:cubicBezTo>
                    <a:pt x="68249" y="3904"/>
                    <a:pt x="72286" y="5938"/>
                    <a:pt x="75955" y="8574"/>
                  </a:cubicBezTo>
                  <a:cubicBezTo>
                    <a:pt x="76222" y="8774"/>
                    <a:pt x="76522" y="8974"/>
                    <a:pt x="76822" y="9207"/>
                  </a:cubicBezTo>
                  <a:cubicBezTo>
                    <a:pt x="77122" y="9441"/>
                    <a:pt x="77423" y="9641"/>
                    <a:pt x="77689" y="9908"/>
                  </a:cubicBezTo>
                  <a:lnTo>
                    <a:pt x="79457" y="11342"/>
                  </a:lnTo>
                  <a:lnTo>
                    <a:pt x="81225" y="12977"/>
                  </a:lnTo>
                  <a:cubicBezTo>
                    <a:pt x="81826" y="13544"/>
                    <a:pt x="82393" y="14178"/>
                    <a:pt x="82960" y="14778"/>
                  </a:cubicBezTo>
                  <a:cubicBezTo>
                    <a:pt x="85428" y="17413"/>
                    <a:pt x="87563" y="20349"/>
                    <a:pt x="89364" y="23484"/>
                  </a:cubicBezTo>
                  <a:cubicBezTo>
                    <a:pt x="93501" y="30789"/>
                    <a:pt x="95569" y="39095"/>
                    <a:pt x="95335" y="47501"/>
                  </a:cubicBezTo>
                  <a:cubicBezTo>
                    <a:pt x="95269" y="50303"/>
                    <a:pt x="94935" y="53105"/>
                    <a:pt x="94335" y="55841"/>
                  </a:cubicBezTo>
                  <a:cubicBezTo>
                    <a:pt x="93701" y="58676"/>
                    <a:pt x="92834" y="61445"/>
                    <a:pt x="91733" y="64080"/>
                  </a:cubicBezTo>
                  <a:cubicBezTo>
                    <a:pt x="89465" y="69584"/>
                    <a:pt x="86129" y="74554"/>
                    <a:pt x="81926" y="78757"/>
                  </a:cubicBezTo>
                  <a:cubicBezTo>
                    <a:pt x="73011" y="87731"/>
                    <a:pt x="61135" y="92386"/>
                    <a:pt x="49148" y="92386"/>
                  </a:cubicBezTo>
                  <a:cubicBezTo>
                    <a:pt x="40817" y="92386"/>
                    <a:pt x="32433" y="90138"/>
                    <a:pt x="24952" y="85529"/>
                  </a:cubicBezTo>
                  <a:cubicBezTo>
                    <a:pt x="23050" y="84395"/>
                    <a:pt x="21249" y="83094"/>
                    <a:pt x="19581" y="81659"/>
                  </a:cubicBezTo>
                  <a:cubicBezTo>
                    <a:pt x="12710" y="75922"/>
                    <a:pt x="7673" y="68316"/>
                    <a:pt x="5038" y="59744"/>
                  </a:cubicBezTo>
                  <a:lnTo>
                    <a:pt x="4771" y="58943"/>
                  </a:lnTo>
                  <a:lnTo>
                    <a:pt x="4571" y="58176"/>
                  </a:lnTo>
                  <a:cubicBezTo>
                    <a:pt x="4437" y="57642"/>
                    <a:pt x="4270" y="57108"/>
                    <a:pt x="4137" y="56575"/>
                  </a:cubicBezTo>
                  <a:cubicBezTo>
                    <a:pt x="3903" y="55507"/>
                    <a:pt x="3670" y="54440"/>
                    <a:pt x="3537" y="53339"/>
                  </a:cubicBezTo>
                  <a:cubicBezTo>
                    <a:pt x="3370" y="52272"/>
                    <a:pt x="3270" y="51171"/>
                    <a:pt x="3103" y="50103"/>
                  </a:cubicBezTo>
                  <a:cubicBezTo>
                    <a:pt x="3070" y="49036"/>
                    <a:pt x="2969" y="47935"/>
                    <a:pt x="2969" y="46868"/>
                  </a:cubicBezTo>
                  <a:cubicBezTo>
                    <a:pt x="2936" y="44733"/>
                    <a:pt x="3070" y="42598"/>
                    <a:pt x="3336" y="40496"/>
                  </a:cubicBezTo>
                  <a:cubicBezTo>
                    <a:pt x="3837" y="36360"/>
                    <a:pt x="4904" y="32324"/>
                    <a:pt x="6505" y="28488"/>
                  </a:cubicBezTo>
                  <a:cubicBezTo>
                    <a:pt x="7273" y="26653"/>
                    <a:pt x="8140" y="24852"/>
                    <a:pt x="9141" y="23117"/>
                  </a:cubicBezTo>
                  <a:cubicBezTo>
                    <a:pt x="9674" y="22283"/>
                    <a:pt x="10141" y="21416"/>
                    <a:pt x="10708" y="20616"/>
                  </a:cubicBezTo>
                  <a:lnTo>
                    <a:pt x="11509" y="19415"/>
                  </a:lnTo>
                  <a:lnTo>
                    <a:pt x="12376" y="18281"/>
                  </a:lnTo>
                  <a:cubicBezTo>
                    <a:pt x="20115" y="8107"/>
                    <a:pt x="31723" y="1602"/>
                    <a:pt x="44432" y="301"/>
                  </a:cubicBezTo>
                  <a:lnTo>
                    <a:pt x="45300" y="201"/>
                  </a:lnTo>
                  <a:lnTo>
                    <a:pt x="46134" y="134"/>
                  </a:lnTo>
                  <a:cubicBezTo>
                    <a:pt x="46701" y="101"/>
                    <a:pt x="47234" y="68"/>
                    <a:pt x="47735" y="68"/>
                  </a:cubicBezTo>
                  <a:cubicBezTo>
                    <a:pt x="48446" y="68"/>
                    <a:pt x="49114" y="38"/>
                    <a:pt x="49756" y="38"/>
                  </a:cubicBezTo>
                  <a:cubicBezTo>
                    <a:pt x="50077" y="38"/>
                    <a:pt x="50392" y="45"/>
                    <a:pt x="50704" y="68"/>
                  </a:cubicBezTo>
                  <a:lnTo>
                    <a:pt x="52004" y="101"/>
                  </a:lnTo>
                  <a:cubicBezTo>
                    <a:pt x="52438" y="101"/>
                    <a:pt x="52838" y="168"/>
                    <a:pt x="53239" y="201"/>
                  </a:cubicBezTo>
                  <a:cubicBezTo>
                    <a:pt x="54006" y="268"/>
                    <a:pt x="54706" y="334"/>
                    <a:pt x="55340" y="434"/>
                  </a:cubicBezTo>
                  <a:cubicBezTo>
                    <a:pt x="55974" y="535"/>
                    <a:pt x="56541" y="601"/>
                    <a:pt x="57008" y="701"/>
                  </a:cubicBezTo>
                  <a:lnTo>
                    <a:pt x="58209" y="935"/>
                  </a:lnTo>
                  <a:lnTo>
                    <a:pt x="59210" y="1135"/>
                  </a:lnTo>
                  <a:lnTo>
                    <a:pt x="59210" y="1135"/>
                  </a:lnTo>
                  <a:lnTo>
                    <a:pt x="57909" y="868"/>
                  </a:lnTo>
                  <a:cubicBezTo>
                    <a:pt x="57041" y="668"/>
                    <a:pt x="55740" y="468"/>
                    <a:pt x="54073" y="268"/>
                  </a:cubicBezTo>
                  <a:cubicBezTo>
                    <a:pt x="53239" y="201"/>
                    <a:pt x="52271" y="68"/>
                    <a:pt x="51237" y="68"/>
                  </a:cubicBezTo>
                  <a:cubicBezTo>
                    <a:pt x="50704" y="68"/>
                    <a:pt x="50170" y="1"/>
                    <a:pt x="496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g3f0a1af8da8_0_1445"/>
            <p:cNvSpPr/>
            <p:nvPr/>
          </p:nvSpPr>
          <p:spPr>
            <a:xfrm>
              <a:off x="1550410" y="4414297"/>
              <a:ext cx="3373672" cy="3263769"/>
            </a:xfrm>
            <a:custGeom>
              <a:rect b="b" l="l" r="r" t="t"/>
              <a:pathLst>
                <a:path extrusionOk="0" h="79677" w="82360">
                  <a:moveTo>
                    <a:pt x="47497" y="354"/>
                  </a:moveTo>
                  <a:lnTo>
                    <a:pt x="47497" y="354"/>
                  </a:lnTo>
                  <a:cubicBezTo>
                    <a:pt x="47536" y="359"/>
                    <a:pt x="47574" y="364"/>
                    <a:pt x="47612" y="369"/>
                  </a:cubicBezTo>
                  <a:lnTo>
                    <a:pt x="47612" y="369"/>
                  </a:lnTo>
                  <a:cubicBezTo>
                    <a:pt x="47609" y="368"/>
                    <a:pt x="47605" y="368"/>
                    <a:pt x="47601" y="367"/>
                  </a:cubicBezTo>
                  <a:cubicBezTo>
                    <a:pt x="47567" y="363"/>
                    <a:pt x="47532" y="358"/>
                    <a:pt x="47497" y="354"/>
                  </a:cubicBezTo>
                  <a:close/>
                  <a:moveTo>
                    <a:pt x="47612" y="369"/>
                  </a:moveTo>
                  <a:lnTo>
                    <a:pt x="47612" y="369"/>
                  </a:lnTo>
                  <a:cubicBezTo>
                    <a:pt x="48142" y="468"/>
                    <a:pt x="48638" y="534"/>
                    <a:pt x="49035" y="601"/>
                  </a:cubicBezTo>
                  <a:lnTo>
                    <a:pt x="50069" y="801"/>
                  </a:lnTo>
                  <a:lnTo>
                    <a:pt x="50937" y="967"/>
                  </a:lnTo>
                  <a:lnTo>
                    <a:pt x="49802" y="734"/>
                  </a:lnTo>
                  <a:cubicBezTo>
                    <a:pt x="49267" y="612"/>
                    <a:pt x="48537" y="491"/>
                    <a:pt x="47612" y="369"/>
                  </a:cubicBezTo>
                  <a:close/>
                  <a:moveTo>
                    <a:pt x="41130" y="0"/>
                  </a:moveTo>
                  <a:cubicBezTo>
                    <a:pt x="38728" y="67"/>
                    <a:pt x="36326" y="400"/>
                    <a:pt x="33958" y="901"/>
                  </a:cubicBezTo>
                  <a:cubicBezTo>
                    <a:pt x="31022" y="1535"/>
                    <a:pt x="28154" y="2469"/>
                    <a:pt x="25452" y="3769"/>
                  </a:cubicBezTo>
                  <a:lnTo>
                    <a:pt x="24318" y="4303"/>
                  </a:lnTo>
                  <a:lnTo>
                    <a:pt x="23217" y="4904"/>
                  </a:lnTo>
                  <a:cubicBezTo>
                    <a:pt x="22450" y="5271"/>
                    <a:pt x="21716" y="5771"/>
                    <a:pt x="20949" y="6205"/>
                  </a:cubicBezTo>
                  <a:cubicBezTo>
                    <a:pt x="19414" y="7205"/>
                    <a:pt x="17946" y="8273"/>
                    <a:pt x="16545" y="9440"/>
                  </a:cubicBezTo>
                  <a:cubicBezTo>
                    <a:pt x="15078" y="10708"/>
                    <a:pt x="13677" y="12075"/>
                    <a:pt x="12376" y="13543"/>
                  </a:cubicBezTo>
                  <a:cubicBezTo>
                    <a:pt x="11041" y="15078"/>
                    <a:pt x="9774" y="16745"/>
                    <a:pt x="8673" y="18447"/>
                  </a:cubicBezTo>
                  <a:cubicBezTo>
                    <a:pt x="7506" y="20281"/>
                    <a:pt x="6505" y="22216"/>
                    <a:pt x="5671" y="24217"/>
                  </a:cubicBezTo>
                  <a:cubicBezTo>
                    <a:pt x="4770" y="26286"/>
                    <a:pt x="4036" y="28420"/>
                    <a:pt x="3536" y="30622"/>
                  </a:cubicBezTo>
                  <a:cubicBezTo>
                    <a:pt x="0" y="45433"/>
                    <a:pt x="5237" y="60944"/>
                    <a:pt x="16979" y="70584"/>
                  </a:cubicBezTo>
                  <a:cubicBezTo>
                    <a:pt x="24253" y="76577"/>
                    <a:pt x="33243" y="79676"/>
                    <a:pt x="42322" y="79676"/>
                  </a:cubicBezTo>
                  <a:cubicBezTo>
                    <a:pt x="47898" y="79676"/>
                    <a:pt x="53508" y="78507"/>
                    <a:pt x="58776" y="76121"/>
                  </a:cubicBezTo>
                  <a:cubicBezTo>
                    <a:pt x="61477" y="74887"/>
                    <a:pt x="64013" y="73386"/>
                    <a:pt x="66381" y="71585"/>
                  </a:cubicBezTo>
                  <a:cubicBezTo>
                    <a:pt x="73586" y="66147"/>
                    <a:pt x="78690" y="58442"/>
                    <a:pt x="80891" y="49702"/>
                  </a:cubicBezTo>
                  <a:cubicBezTo>
                    <a:pt x="81659" y="46800"/>
                    <a:pt x="82092" y="43831"/>
                    <a:pt x="82159" y="40863"/>
                  </a:cubicBezTo>
                  <a:cubicBezTo>
                    <a:pt x="82192" y="38528"/>
                    <a:pt x="82059" y="36159"/>
                    <a:pt x="81725" y="33858"/>
                  </a:cubicBezTo>
                  <a:cubicBezTo>
                    <a:pt x="80658" y="26919"/>
                    <a:pt x="77789" y="20381"/>
                    <a:pt x="73419" y="14944"/>
                  </a:cubicBezTo>
                  <a:cubicBezTo>
                    <a:pt x="70551" y="11375"/>
                    <a:pt x="67115" y="8339"/>
                    <a:pt x="63245" y="5938"/>
                  </a:cubicBezTo>
                  <a:cubicBezTo>
                    <a:pt x="59443" y="3603"/>
                    <a:pt x="55306" y="1935"/>
                    <a:pt x="50970" y="967"/>
                  </a:cubicBezTo>
                  <a:lnTo>
                    <a:pt x="50970" y="967"/>
                  </a:lnTo>
                  <a:lnTo>
                    <a:pt x="52004" y="1234"/>
                  </a:lnTo>
                  <a:cubicBezTo>
                    <a:pt x="52705" y="1401"/>
                    <a:pt x="53739" y="1668"/>
                    <a:pt x="55006" y="2102"/>
                  </a:cubicBezTo>
                  <a:cubicBezTo>
                    <a:pt x="58709" y="3336"/>
                    <a:pt x="62178" y="5137"/>
                    <a:pt x="65314" y="7372"/>
                  </a:cubicBezTo>
                  <a:cubicBezTo>
                    <a:pt x="76088" y="15078"/>
                    <a:pt x="82359" y="27620"/>
                    <a:pt x="81992" y="40863"/>
                  </a:cubicBezTo>
                  <a:cubicBezTo>
                    <a:pt x="81925" y="43298"/>
                    <a:pt x="81659" y="45699"/>
                    <a:pt x="81125" y="48034"/>
                  </a:cubicBezTo>
                  <a:cubicBezTo>
                    <a:pt x="80624" y="50470"/>
                    <a:pt x="79857" y="52838"/>
                    <a:pt x="78923" y="55140"/>
                  </a:cubicBezTo>
                  <a:cubicBezTo>
                    <a:pt x="76922" y="59843"/>
                    <a:pt x="74053" y="64146"/>
                    <a:pt x="70451" y="67749"/>
                  </a:cubicBezTo>
                  <a:cubicBezTo>
                    <a:pt x="62947" y="75335"/>
                    <a:pt x="52771" y="79501"/>
                    <a:pt x="42293" y="79501"/>
                  </a:cubicBezTo>
                  <a:cubicBezTo>
                    <a:pt x="40054" y="79501"/>
                    <a:pt x="37802" y="79311"/>
                    <a:pt x="35559" y="78923"/>
                  </a:cubicBezTo>
                  <a:cubicBezTo>
                    <a:pt x="22783" y="76688"/>
                    <a:pt x="11909" y="68416"/>
                    <a:pt x="6405" y="56707"/>
                  </a:cubicBezTo>
                  <a:cubicBezTo>
                    <a:pt x="5571" y="54973"/>
                    <a:pt x="4870" y="53205"/>
                    <a:pt x="4337" y="51404"/>
                  </a:cubicBezTo>
                  <a:lnTo>
                    <a:pt x="4103" y="50703"/>
                  </a:lnTo>
                  <a:lnTo>
                    <a:pt x="3936" y="50036"/>
                  </a:lnTo>
                  <a:cubicBezTo>
                    <a:pt x="3836" y="49569"/>
                    <a:pt x="3703" y="49102"/>
                    <a:pt x="3603" y="48635"/>
                  </a:cubicBezTo>
                  <a:cubicBezTo>
                    <a:pt x="3403" y="47734"/>
                    <a:pt x="3203" y="46800"/>
                    <a:pt x="3069" y="45866"/>
                  </a:cubicBezTo>
                  <a:cubicBezTo>
                    <a:pt x="2936" y="44966"/>
                    <a:pt x="2836" y="44032"/>
                    <a:pt x="2736" y="43098"/>
                  </a:cubicBezTo>
                  <a:cubicBezTo>
                    <a:pt x="2602" y="42164"/>
                    <a:pt x="2569" y="41230"/>
                    <a:pt x="2602" y="40329"/>
                  </a:cubicBezTo>
                  <a:cubicBezTo>
                    <a:pt x="2569" y="38461"/>
                    <a:pt x="2669" y="36626"/>
                    <a:pt x="2902" y="34825"/>
                  </a:cubicBezTo>
                  <a:cubicBezTo>
                    <a:pt x="3770" y="27887"/>
                    <a:pt x="6472" y="21282"/>
                    <a:pt x="10708" y="15745"/>
                  </a:cubicBezTo>
                  <a:cubicBezTo>
                    <a:pt x="17346" y="7005"/>
                    <a:pt x="27286" y="1401"/>
                    <a:pt x="38228" y="234"/>
                  </a:cubicBezTo>
                  <a:lnTo>
                    <a:pt x="38961" y="167"/>
                  </a:lnTo>
                  <a:lnTo>
                    <a:pt x="39662" y="134"/>
                  </a:lnTo>
                  <a:cubicBezTo>
                    <a:pt x="40162" y="100"/>
                    <a:pt x="40629" y="67"/>
                    <a:pt x="41063" y="33"/>
                  </a:cubicBezTo>
                  <a:cubicBezTo>
                    <a:pt x="41663" y="33"/>
                    <a:pt x="42234" y="19"/>
                    <a:pt x="42785" y="19"/>
                  </a:cubicBezTo>
                  <a:cubicBezTo>
                    <a:pt x="43061" y="19"/>
                    <a:pt x="43331" y="22"/>
                    <a:pt x="43598" y="33"/>
                  </a:cubicBezTo>
                  <a:lnTo>
                    <a:pt x="44732" y="100"/>
                  </a:lnTo>
                  <a:cubicBezTo>
                    <a:pt x="45099" y="100"/>
                    <a:pt x="45433" y="134"/>
                    <a:pt x="45800" y="167"/>
                  </a:cubicBezTo>
                  <a:cubicBezTo>
                    <a:pt x="46424" y="229"/>
                    <a:pt x="46990" y="292"/>
                    <a:pt x="47497" y="354"/>
                  </a:cubicBezTo>
                  <a:lnTo>
                    <a:pt x="47497" y="354"/>
                  </a:lnTo>
                  <a:cubicBezTo>
                    <a:pt x="47186" y="314"/>
                    <a:pt x="46854" y="274"/>
                    <a:pt x="46500" y="234"/>
                  </a:cubicBezTo>
                  <a:cubicBezTo>
                    <a:pt x="45766" y="167"/>
                    <a:pt x="44966" y="67"/>
                    <a:pt x="44065" y="33"/>
                  </a:cubicBezTo>
                  <a:cubicBezTo>
                    <a:pt x="43631" y="33"/>
                    <a:pt x="43164" y="0"/>
                    <a:pt x="4266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g3f0a1af8da8_0_1445"/>
            <p:cNvSpPr/>
            <p:nvPr/>
          </p:nvSpPr>
          <p:spPr>
            <a:xfrm>
              <a:off x="858308" y="3710050"/>
              <a:ext cx="4757835" cy="4673616"/>
            </a:xfrm>
            <a:custGeom>
              <a:rect b="b" l="l" r="r" t="t"/>
              <a:pathLst>
                <a:path extrusionOk="0" h="114095" w="116151">
                  <a:moveTo>
                    <a:pt x="58537" y="1"/>
                  </a:moveTo>
                  <a:cubicBezTo>
                    <a:pt x="58139" y="1"/>
                    <a:pt x="57740" y="5"/>
                    <a:pt x="57342" y="13"/>
                  </a:cubicBezTo>
                  <a:lnTo>
                    <a:pt x="58342" y="13"/>
                  </a:lnTo>
                  <a:cubicBezTo>
                    <a:pt x="58622" y="13"/>
                    <a:pt x="58945" y="8"/>
                    <a:pt x="59317" y="8"/>
                  </a:cubicBezTo>
                  <a:cubicBezTo>
                    <a:pt x="59365" y="8"/>
                    <a:pt x="59414" y="8"/>
                    <a:pt x="59463" y="8"/>
                  </a:cubicBezTo>
                  <a:lnTo>
                    <a:pt x="59463" y="8"/>
                  </a:lnTo>
                  <a:cubicBezTo>
                    <a:pt x="59155" y="3"/>
                    <a:pt x="58846" y="1"/>
                    <a:pt x="58537" y="1"/>
                  </a:cubicBezTo>
                  <a:close/>
                  <a:moveTo>
                    <a:pt x="59463" y="8"/>
                  </a:moveTo>
                  <a:lnTo>
                    <a:pt x="59463" y="8"/>
                  </a:lnTo>
                  <a:cubicBezTo>
                    <a:pt x="59914" y="15"/>
                    <a:pt x="60366" y="28"/>
                    <a:pt x="60817" y="46"/>
                  </a:cubicBezTo>
                  <a:lnTo>
                    <a:pt x="60817" y="46"/>
                  </a:lnTo>
                  <a:cubicBezTo>
                    <a:pt x="60308" y="18"/>
                    <a:pt x="59859" y="10"/>
                    <a:pt x="59463" y="8"/>
                  </a:cubicBezTo>
                  <a:close/>
                  <a:moveTo>
                    <a:pt x="60817" y="46"/>
                  </a:moveTo>
                  <a:cubicBezTo>
                    <a:pt x="60986" y="55"/>
                    <a:pt x="61162" y="66"/>
                    <a:pt x="61344" y="80"/>
                  </a:cubicBezTo>
                  <a:cubicBezTo>
                    <a:pt x="62459" y="130"/>
                    <a:pt x="63574" y="212"/>
                    <a:pt x="64685" y="328"/>
                  </a:cubicBezTo>
                  <a:lnTo>
                    <a:pt x="64685" y="328"/>
                  </a:lnTo>
                  <a:cubicBezTo>
                    <a:pt x="63397" y="191"/>
                    <a:pt x="62107" y="97"/>
                    <a:pt x="60817" y="46"/>
                  </a:cubicBezTo>
                  <a:close/>
                  <a:moveTo>
                    <a:pt x="57375" y="46"/>
                  </a:moveTo>
                  <a:lnTo>
                    <a:pt x="55007" y="147"/>
                  </a:lnTo>
                  <a:lnTo>
                    <a:pt x="54406" y="180"/>
                  </a:lnTo>
                  <a:lnTo>
                    <a:pt x="53739" y="247"/>
                  </a:lnTo>
                  <a:lnTo>
                    <a:pt x="52414" y="388"/>
                  </a:lnTo>
                  <a:lnTo>
                    <a:pt x="52414" y="388"/>
                  </a:lnTo>
                  <a:cubicBezTo>
                    <a:pt x="52444" y="385"/>
                    <a:pt x="52475" y="383"/>
                    <a:pt x="52505" y="380"/>
                  </a:cubicBezTo>
                  <a:cubicBezTo>
                    <a:pt x="53305" y="313"/>
                    <a:pt x="53972" y="213"/>
                    <a:pt x="54606" y="180"/>
                  </a:cubicBezTo>
                  <a:lnTo>
                    <a:pt x="56107" y="113"/>
                  </a:lnTo>
                  <a:lnTo>
                    <a:pt x="57375" y="46"/>
                  </a:lnTo>
                  <a:close/>
                  <a:moveTo>
                    <a:pt x="52414" y="388"/>
                  </a:moveTo>
                  <a:cubicBezTo>
                    <a:pt x="52193" y="406"/>
                    <a:pt x="51964" y="425"/>
                    <a:pt x="51737" y="450"/>
                  </a:cubicBezTo>
                  <a:lnTo>
                    <a:pt x="51737" y="450"/>
                  </a:lnTo>
                  <a:cubicBezTo>
                    <a:pt x="51884" y="434"/>
                    <a:pt x="52029" y="422"/>
                    <a:pt x="52171" y="413"/>
                  </a:cubicBezTo>
                  <a:lnTo>
                    <a:pt x="52414" y="388"/>
                  </a:lnTo>
                  <a:close/>
                  <a:moveTo>
                    <a:pt x="64685" y="328"/>
                  </a:moveTo>
                  <a:cubicBezTo>
                    <a:pt x="65581" y="423"/>
                    <a:pt x="66477" y="539"/>
                    <a:pt x="67370" y="675"/>
                  </a:cubicBezTo>
                  <a:lnTo>
                    <a:pt x="67370" y="675"/>
                  </a:lnTo>
                  <a:cubicBezTo>
                    <a:pt x="66478" y="537"/>
                    <a:pt x="65583" y="422"/>
                    <a:pt x="64685" y="328"/>
                  </a:cubicBezTo>
                  <a:close/>
                  <a:moveTo>
                    <a:pt x="51737" y="450"/>
                  </a:moveTo>
                  <a:cubicBezTo>
                    <a:pt x="51298" y="497"/>
                    <a:pt x="50836" y="572"/>
                    <a:pt x="50337" y="647"/>
                  </a:cubicBezTo>
                  <a:cubicBezTo>
                    <a:pt x="49703" y="747"/>
                    <a:pt x="49002" y="814"/>
                    <a:pt x="48268" y="980"/>
                  </a:cubicBezTo>
                  <a:cubicBezTo>
                    <a:pt x="44699" y="1614"/>
                    <a:pt x="41197" y="2615"/>
                    <a:pt x="37828" y="3916"/>
                  </a:cubicBezTo>
                  <a:lnTo>
                    <a:pt x="36327" y="4550"/>
                  </a:lnTo>
                  <a:cubicBezTo>
                    <a:pt x="35826" y="4783"/>
                    <a:pt x="35292" y="4983"/>
                    <a:pt x="34792" y="5217"/>
                  </a:cubicBezTo>
                  <a:cubicBezTo>
                    <a:pt x="33758" y="5717"/>
                    <a:pt x="32724" y="6218"/>
                    <a:pt x="31623" y="6818"/>
                  </a:cubicBezTo>
                  <a:cubicBezTo>
                    <a:pt x="29355" y="8019"/>
                    <a:pt x="27187" y="9387"/>
                    <a:pt x="25119" y="10888"/>
                  </a:cubicBezTo>
                  <a:cubicBezTo>
                    <a:pt x="22784" y="12555"/>
                    <a:pt x="20615" y="14390"/>
                    <a:pt x="18581" y="16392"/>
                  </a:cubicBezTo>
                  <a:cubicBezTo>
                    <a:pt x="16346" y="18560"/>
                    <a:pt x="14311" y="20928"/>
                    <a:pt x="12510" y="23430"/>
                  </a:cubicBezTo>
                  <a:cubicBezTo>
                    <a:pt x="3703" y="35472"/>
                    <a:pt x="1" y="50483"/>
                    <a:pt x="2169" y="65226"/>
                  </a:cubicBezTo>
                  <a:cubicBezTo>
                    <a:pt x="3370" y="73699"/>
                    <a:pt x="6472" y="81772"/>
                    <a:pt x="11242" y="88843"/>
                  </a:cubicBezTo>
                  <a:cubicBezTo>
                    <a:pt x="12510" y="90711"/>
                    <a:pt x="13844" y="92479"/>
                    <a:pt x="15278" y="94181"/>
                  </a:cubicBezTo>
                  <a:cubicBezTo>
                    <a:pt x="15645" y="94581"/>
                    <a:pt x="16045" y="95014"/>
                    <a:pt x="16412" y="95415"/>
                  </a:cubicBezTo>
                  <a:cubicBezTo>
                    <a:pt x="16779" y="95848"/>
                    <a:pt x="17146" y="96249"/>
                    <a:pt x="17580" y="96682"/>
                  </a:cubicBezTo>
                  <a:cubicBezTo>
                    <a:pt x="18380" y="97483"/>
                    <a:pt x="19148" y="98283"/>
                    <a:pt x="20015" y="99051"/>
                  </a:cubicBezTo>
                  <a:cubicBezTo>
                    <a:pt x="20415" y="99418"/>
                    <a:pt x="20849" y="99818"/>
                    <a:pt x="21249" y="100185"/>
                  </a:cubicBezTo>
                  <a:lnTo>
                    <a:pt x="22583" y="101286"/>
                  </a:lnTo>
                  <a:lnTo>
                    <a:pt x="23251" y="101853"/>
                  </a:lnTo>
                  <a:lnTo>
                    <a:pt x="23951" y="102353"/>
                  </a:lnTo>
                  <a:lnTo>
                    <a:pt x="25319" y="103387"/>
                  </a:lnTo>
                  <a:cubicBezTo>
                    <a:pt x="27220" y="104755"/>
                    <a:pt x="29188" y="105989"/>
                    <a:pt x="31223" y="107123"/>
                  </a:cubicBezTo>
                  <a:cubicBezTo>
                    <a:pt x="33291" y="108224"/>
                    <a:pt x="35426" y="109258"/>
                    <a:pt x="37594" y="110125"/>
                  </a:cubicBezTo>
                  <a:cubicBezTo>
                    <a:pt x="39829" y="110993"/>
                    <a:pt x="42097" y="111726"/>
                    <a:pt x="44399" y="112327"/>
                  </a:cubicBezTo>
                  <a:cubicBezTo>
                    <a:pt x="45566" y="112660"/>
                    <a:pt x="46734" y="112861"/>
                    <a:pt x="47935" y="113094"/>
                  </a:cubicBezTo>
                  <a:cubicBezTo>
                    <a:pt x="48502" y="113261"/>
                    <a:pt x="49102" y="113294"/>
                    <a:pt x="49703" y="113394"/>
                  </a:cubicBezTo>
                  <a:cubicBezTo>
                    <a:pt x="50303" y="113494"/>
                    <a:pt x="50904" y="113628"/>
                    <a:pt x="51504" y="113661"/>
                  </a:cubicBezTo>
                  <a:cubicBezTo>
                    <a:pt x="52705" y="113795"/>
                    <a:pt x="53906" y="113961"/>
                    <a:pt x="55107" y="113995"/>
                  </a:cubicBezTo>
                  <a:lnTo>
                    <a:pt x="56941" y="114095"/>
                  </a:lnTo>
                  <a:lnTo>
                    <a:pt x="58776" y="114095"/>
                  </a:lnTo>
                  <a:cubicBezTo>
                    <a:pt x="68750" y="114095"/>
                    <a:pt x="78557" y="111460"/>
                    <a:pt x="87196" y="106456"/>
                  </a:cubicBezTo>
                  <a:cubicBezTo>
                    <a:pt x="105242" y="96015"/>
                    <a:pt x="116150" y="76568"/>
                    <a:pt x="115683" y="55720"/>
                  </a:cubicBezTo>
                  <a:cubicBezTo>
                    <a:pt x="115216" y="35072"/>
                    <a:pt x="103608" y="16291"/>
                    <a:pt x="85362" y="6618"/>
                  </a:cubicBezTo>
                  <a:cubicBezTo>
                    <a:pt x="84794" y="6318"/>
                    <a:pt x="84261" y="6051"/>
                    <a:pt x="83694" y="5784"/>
                  </a:cubicBezTo>
                  <a:cubicBezTo>
                    <a:pt x="83093" y="5517"/>
                    <a:pt x="82593" y="5250"/>
                    <a:pt x="82026" y="4983"/>
                  </a:cubicBezTo>
                  <a:cubicBezTo>
                    <a:pt x="80858" y="4516"/>
                    <a:pt x="79758" y="3983"/>
                    <a:pt x="78590" y="3582"/>
                  </a:cubicBezTo>
                  <a:cubicBezTo>
                    <a:pt x="78023" y="3382"/>
                    <a:pt x="77456" y="3182"/>
                    <a:pt x="76889" y="2982"/>
                  </a:cubicBezTo>
                  <a:lnTo>
                    <a:pt x="75121" y="2415"/>
                  </a:lnTo>
                  <a:lnTo>
                    <a:pt x="74254" y="2148"/>
                  </a:lnTo>
                  <a:lnTo>
                    <a:pt x="73386" y="1914"/>
                  </a:lnTo>
                  <a:lnTo>
                    <a:pt x="71618" y="1481"/>
                  </a:lnTo>
                  <a:cubicBezTo>
                    <a:pt x="70210" y="1161"/>
                    <a:pt x="68793" y="892"/>
                    <a:pt x="67370" y="675"/>
                  </a:cubicBezTo>
                  <a:lnTo>
                    <a:pt x="67370" y="675"/>
                  </a:lnTo>
                  <a:cubicBezTo>
                    <a:pt x="69073" y="939"/>
                    <a:pt x="70760" y="1284"/>
                    <a:pt x="72419" y="1714"/>
                  </a:cubicBezTo>
                  <a:lnTo>
                    <a:pt x="74220" y="2181"/>
                  </a:lnTo>
                  <a:lnTo>
                    <a:pt x="76088" y="2782"/>
                  </a:lnTo>
                  <a:lnTo>
                    <a:pt x="77022" y="3082"/>
                  </a:lnTo>
                  <a:lnTo>
                    <a:pt x="77990" y="3416"/>
                  </a:lnTo>
                  <a:cubicBezTo>
                    <a:pt x="78623" y="3682"/>
                    <a:pt x="79324" y="3883"/>
                    <a:pt x="79958" y="4183"/>
                  </a:cubicBezTo>
                  <a:cubicBezTo>
                    <a:pt x="82826" y="5350"/>
                    <a:pt x="85595" y="6751"/>
                    <a:pt x="88230" y="8352"/>
                  </a:cubicBezTo>
                  <a:cubicBezTo>
                    <a:pt x="101973" y="16725"/>
                    <a:pt x="111514" y="30502"/>
                    <a:pt x="114482" y="46313"/>
                  </a:cubicBezTo>
                  <a:cubicBezTo>
                    <a:pt x="115350" y="50783"/>
                    <a:pt x="115650" y="55386"/>
                    <a:pt x="115383" y="59956"/>
                  </a:cubicBezTo>
                  <a:cubicBezTo>
                    <a:pt x="115350" y="60523"/>
                    <a:pt x="115350" y="61124"/>
                    <a:pt x="115283" y="61691"/>
                  </a:cubicBezTo>
                  <a:cubicBezTo>
                    <a:pt x="115250" y="62258"/>
                    <a:pt x="115183" y="62858"/>
                    <a:pt x="115116" y="63425"/>
                  </a:cubicBezTo>
                  <a:lnTo>
                    <a:pt x="115016" y="64292"/>
                  </a:lnTo>
                  <a:lnTo>
                    <a:pt x="114916" y="65226"/>
                  </a:lnTo>
                  <a:cubicBezTo>
                    <a:pt x="114816" y="65794"/>
                    <a:pt x="114716" y="66361"/>
                    <a:pt x="114616" y="66961"/>
                  </a:cubicBezTo>
                  <a:cubicBezTo>
                    <a:pt x="114549" y="67528"/>
                    <a:pt x="114382" y="68129"/>
                    <a:pt x="114282" y="68696"/>
                  </a:cubicBezTo>
                  <a:cubicBezTo>
                    <a:pt x="114149" y="69263"/>
                    <a:pt x="114049" y="69863"/>
                    <a:pt x="113882" y="70430"/>
                  </a:cubicBezTo>
                  <a:cubicBezTo>
                    <a:pt x="113582" y="71564"/>
                    <a:pt x="113315" y="72732"/>
                    <a:pt x="112948" y="73866"/>
                  </a:cubicBezTo>
                  <a:cubicBezTo>
                    <a:pt x="107077" y="92679"/>
                    <a:pt x="91933" y="107123"/>
                    <a:pt x="72853" y="112027"/>
                  </a:cubicBezTo>
                  <a:cubicBezTo>
                    <a:pt x="70317" y="112694"/>
                    <a:pt x="67749" y="113161"/>
                    <a:pt x="65147" y="113461"/>
                  </a:cubicBezTo>
                  <a:lnTo>
                    <a:pt x="63179" y="113661"/>
                  </a:lnTo>
                  <a:cubicBezTo>
                    <a:pt x="62512" y="113728"/>
                    <a:pt x="61845" y="113728"/>
                    <a:pt x="61178" y="113761"/>
                  </a:cubicBezTo>
                  <a:cubicBezTo>
                    <a:pt x="60377" y="113821"/>
                    <a:pt x="59576" y="113833"/>
                    <a:pt x="58776" y="113833"/>
                  </a:cubicBezTo>
                  <a:cubicBezTo>
                    <a:pt x="58242" y="113833"/>
                    <a:pt x="57708" y="113828"/>
                    <a:pt x="57175" y="113828"/>
                  </a:cubicBezTo>
                  <a:cubicBezTo>
                    <a:pt x="51771" y="113695"/>
                    <a:pt x="46400" y="112761"/>
                    <a:pt x="41230" y="111126"/>
                  </a:cubicBezTo>
                  <a:lnTo>
                    <a:pt x="40263" y="110826"/>
                  </a:lnTo>
                  <a:lnTo>
                    <a:pt x="39295" y="110459"/>
                  </a:lnTo>
                  <a:cubicBezTo>
                    <a:pt x="38662" y="110225"/>
                    <a:pt x="38028" y="109992"/>
                    <a:pt x="37394" y="109725"/>
                  </a:cubicBezTo>
                  <a:lnTo>
                    <a:pt x="35493" y="108958"/>
                  </a:lnTo>
                  <a:cubicBezTo>
                    <a:pt x="34859" y="108691"/>
                    <a:pt x="34258" y="108357"/>
                    <a:pt x="33625" y="108057"/>
                  </a:cubicBezTo>
                  <a:lnTo>
                    <a:pt x="32724" y="107623"/>
                  </a:lnTo>
                  <a:lnTo>
                    <a:pt x="31823" y="107123"/>
                  </a:lnTo>
                  <a:cubicBezTo>
                    <a:pt x="31223" y="106790"/>
                    <a:pt x="30589" y="106489"/>
                    <a:pt x="30022" y="106122"/>
                  </a:cubicBezTo>
                  <a:lnTo>
                    <a:pt x="28254" y="105055"/>
                  </a:lnTo>
                  <a:cubicBezTo>
                    <a:pt x="27654" y="104721"/>
                    <a:pt x="27120" y="104288"/>
                    <a:pt x="26553" y="103921"/>
                  </a:cubicBezTo>
                  <a:cubicBezTo>
                    <a:pt x="19748" y="99284"/>
                    <a:pt x="14011" y="93213"/>
                    <a:pt x="9774" y="86141"/>
                  </a:cubicBezTo>
                  <a:lnTo>
                    <a:pt x="9241" y="85274"/>
                  </a:lnTo>
                  <a:lnTo>
                    <a:pt x="8774" y="84407"/>
                  </a:lnTo>
                  <a:cubicBezTo>
                    <a:pt x="8440" y="83806"/>
                    <a:pt x="8106" y="83206"/>
                    <a:pt x="7806" y="82606"/>
                  </a:cubicBezTo>
                  <a:cubicBezTo>
                    <a:pt x="7206" y="81371"/>
                    <a:pt x="6605" y="80171"/>
                    <a:pt x="6138" y="78936"/>
                  </a:cubicBezTo>
                  <a:cubicBezTo>
                    <a:pt x="5638" y="77669"/>
                    <a:pt x="5171" y="76434"/>
                    <a:pt x="4704" y="75167"/>
                  </a:cubicBezTo>
                  <a:cubicBezTo>
                    <a:pt x="4504" y="74533"/>
                    <a:pt x="4270" y="73933"/>
                    <a:pt x="4104" y="73266"/>
                  </a:cubicBezTo>
                  <a:cubicBezTo>
                    <a:pt x="4003" y="72932"/>
                    <a:pt x="3903" y="72632"/>
                    <a:pt x="3803" y="72298"/>
                  </a:cubicBezTo>
                  <a:lnTo>
                    <a:pt x="3570" y="71331"/>
                  </a:lnTo>
                  <a:cubicBezTo>
                    <a:pt x="2903" y="68796"/>
                    <a:pt x="2402" y="66194"/>
                    <a:pt x="2102" y="63592"/>
                  </a:cubicBezTo>
                  <a:cubicBezTo>
                    <a:pt x="1535" y="58522"/>
                    <a:pt x="1602" y="53385"/>
                    <a:pt x="2402" y="48314"/>
                  </a:cubicBezTo>
                  <a:cubicBezTo>
                    <a:pt x="2769" y="45879"/>
                    <a:pt x="3270" y="43478"/>
                    <a:pt x="3970" y="41109"/>
                  </a:cubicBezTo>
                  <a:cubicBezTo>
                    <a:pt x="4337" y="39942"/>
                    <a:pt x="4637" y="38774"/>
                    <a:pt x="5071" y="37673"/>
                  </a:cubicBezTo>
                  <a:lnTo>
                    <a:pt x="5705" y="36006"/>
                  </a:lnTo>
                  <a:lnTo>
                    <a:pt x="6405" y="34371"/>
                  </a:lnTo>
                  <a:cubicBezTo>
                    <a:pt x="9874" y="26399"/>
                    <a:pt x="15111" y="19294"/>
                    <a:pt x="21716" y="13656"/>
                  </a:cubicBezTo>
                  <a:cubicBezTo>
                    <a:pt x="26953" y="9186"/>
                    <a:pt x="32924" y="5717"/>
                    <a:pt x="39395" y="3416"/>
                  </a:cubicBezTo>
                  <a:lnTo>
                    <a:pt x="40396" y="3049"/>
                  </a:lnTo>
                  <a:lnTo>
                    <a:pt x="41397" y="2715"/>
                  </a:lnTo>
                  <a:cubicBezTo>
                    <a:pt x="42031" y="2515"/>
                    <a:pt x="42664" y="2315"/>
                    <a:pt x="43298" y="2148"/>
                  </a:cubicBezTo>
                  <a:lnTo>
                    <a:pt x="45099" y="1681"/>
                  </a:lnTo>
                  <a:cubicBezTo>
                    <a:pt x="45400" y="1614"/>
                    <a:pt x="45700" y="1514"/>
                    <a:pt x="45967" y="1447"/>
                  </a:cubicBezTo>
                  <a:lnTo>
                    <a:pt x="46801" y="1281"/>
                  </a:lnTo>
                  <a:lnTo>
                    <a:pt x="48402" y="980"/>
                  </a:lnTo>
                  <a:cubicBezTo>
                    <a:pt x="48936" y="847"/>
                    <a:pt x="49436" y="814"/>
                    <a:pt x="49903" y="714"/>
                  </a:cubicBezTo>
                  <a:lnTo>
                    <a:pt x="51271" y="513"/>
                  </a:lnTo>
                  <a:cubicBezTo>
                    <a:pt x="51422" y="488"/>
                    <a:pt x="51579" y="468"/>
                    <a:pt x="51737" y="45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g3f0a1af8da8_0_1445"/>
            <p:cNvSpPr/>
            <p:nvPr/>
          </p:nvSpPr>
          <p:spPr>
            <a:xfrm>
              <a:off x="1769730" y="4674663"/>
              <a:ext cx="2935045" cy="2737934"/>
            </a:xfrm>
            <a:custGeom>
              <a:rect b="b" l="l" r="r" t="t"/>
              <a:pathLst>
                <a:path extrusionOk="0" h="66840" w="71652">
                  <a:moveTo>
                    <a:pt x="11642" y="55522"/>
                  </a:moveTo>
                  <a:lnTo>
                    <a:pt x="12203" y="56122"/>
                  </a:lnTo>
                  <a:lnTo>
                    <a:pt x="12203" y="56122"/>
                  </a:lnTo>
                  <a:lnTo>
                    <a:pt x="12143" y="56055"/>
                  </a:lnTo>
                  <a:lnTo>
                    <a:pt x="11642" y="55522"/>
                  </a:lnTo>
                  <a:close/>
                  <a:moveTo>
                    <a:pt x="12203" y="56122"/>
                  </a:moveTo>
                  <a:lnTo>
                    <a:pt x="12743" y="56723"/>
                  </a:lnTo>
                  <a:cubicBezTo>
                    <a:pt x="12842" y="56809"/>
                    <a:pt x="12945" y="56905"/>
                    <a:pt x="13051" y="57006"/>
                  </a:cubicBezTo>
                  <a:lnTo>
                    <a:pt x="13051" y="57006"/>
                  </a:lnTo>
                  <a:cubicBezTo>
                    <a:pt x="12892" y="56846"/>
                    <a:pt x="12734" y="56685"/>
                    <a:pt x="12576" y="56522"/>
                  </a:cubicBezTo>
                  <a:lnTo>
                    <a:pt x="12203" y="56122"/>
                  </a:lnTo>
                  <a:close/>
                  <a:moveTo>
                    <a:pt x="13051" y="57006"/>
                  </a:moveTo>
                  <a:lnTo>
                    <a:pt x="13051" y="57006"/>
                  </a:lnTo>
                  <a:cubicBezTo>
                    <a:pt x="13207" y="57161"/>
                    <a:pt x="13364" y="57315"/>
                    <a:pt x="13522" y="57468"/>
                  </a:cubicBezTo>
                  <a:lnTo>
                    <a:pt x="13522" y="57468"/>
                  </a:lnTo>
                  <a:cubicBezTo>
                    <a:pt x="13362" y="57309"/>
                    <a:pt x="13204" y="57151"/>
                    <a:pt x="13051" y="57006"/>
                  </a:cubicBezTo>
                  <a:close/>
                  <a:moveTo>
                    <a:pt x="13522" y="57468"/>
                  </a:moveTo>
                  <a:lnTo>
                    <a:pt x="13522" y="57468"/>
                  </a:lnTo>
                  <a:cubicBezTo>
                    <a:pt x="13551" y="57497"/>
                    <a:pt x="13581" y="57527"/>
                    <a:pt x="13610" y="57557"/>
                  </a:cubicBezTo>
                  <a:cubicBezTo>
                    <a:pt x="13760" y="57706"/>
                    <a:pt x="13923" y="57855"/>
                    <a:pt x="14093" y="58008"/>
                  </a:cubicBezTo>
                  <a:lnTo>
                    <a:pt x="14093" y="58008"/>
                  </a:lnTo>
                  <a:cubicBezTo>
                    <a:pt x="13901" y="57830"/>
                    <a:pt x="13710" y="57650"/>
                    <a:pt x="13522" y="57468"/>
                  </a:cubicBezTo>
                  <a:close/>
                  <a:moveTo>
                    <a:pt x="14093" y="58008"/>
                  </a:moveTo>
                  <a:cubicBezTo>
                    <a:pt x="14553" y="58434"/>
                    <a:pt x="15025" y="58850"/>
                    <a:pt x="15512" y="59258"/>
                  </a:cubicBezTo>
                  <a:cubicBezTo>
                    <a:pt x="15728" y="59434"/>
                    <a:pt x="15946" y="59609"/>
                    <a:pt x="16166" y="59780"/>
                  </a:cubicBezTo>
                  <a:lnTo>
                    <a:pt x="16166" y="59780"/>
                  </a:lnTo>
                  <a:cubicBezTo>
                    <a:pt x="15670" y="59352"/>
                    <a:pt x="15174" y="58987"/>
                    <a:pt x="14744" y="58591"/>
                  </a:cubicBezTo>
                  <a:cubicBezTo>
                    <a:pt x="14524" y="58388"/>
                    <a:pt x="14303" y="58196"/>
                    <a:pt x="14093" y="58008"/>
                  </a:cubicBezTo>
                  <a:close/>
                  <a:moveTo>
                    <a:pt x="16166" y="59780"/>
                  </a:moveTo>
                  <a:cubicBezTo>
                    <a:pt x="16170" y="59784"/>
                    <a:pt x="16175" y="59788"/>
                    <a:pt x="16179" y="59791"/>
                  </a:cubicBezTo>
                  <a:cubicBezTo>
                    <a:pt x="16299" y="59888"/>
                    <a:pt x="16426" y="59984"/>
                    <a:pt x="16557" y="60081"/>
                  </a:cubicBezTo>
                  <a:lnTo>
                    <a:pt x="16557" y="60081"/>
                  </a:lnTo>
                  <a:cubicBezTo>
                    <a:pt x="16426" y="59982"/>
                    <a:pt x="16296" y="59882"/>
                    <a:pt x="16166" y="59780"/>
                  </a:cubicBezTo>
                  <a:close/>
                  <a:moveTo>
                    <a:pt x="36676" y="1"/>
                  </a:moveTo>
                  <a:cubicBezTo>
                    <a:pt x="28656" y="1"/>
                    <a:pt x="20774" y="2882"/>
                    <a:pt x="14578" y="8355"/>
                  </a:cubicBezTo>
                  <a:cubicBezTo>
                    <a:pt x="3136" y="18462"/>
                    <a:pt x="1" y="34974"/>
                    <a:pt x="6906" y="48583"/>
                  </a:cubicBezTo>
                  <a:cubicBezTo>
                    <a:pt x="8206" y="51085"/>
                    <a:pt x="9774" y="53420"/>
                    <a:pt x="11642" y="55522"/>
                  </a:cubicBezTo>
                  <a:lnTo>
                    <a:pt x="11242" y="55055"/>
                  </a:lnTo>
                  <a:cubicBezTo>
                    <a:pt x="11008" y="54755"/>
                    <a:pt x="10608" y="54321"/>
                    <a:pt x="10175" y="53687"/>
                  </a:cubicBezTo>
                  <a:cubicBezTo>
                    <a:pt x="8807" y="51952"/>
                    <a:pt x="7673" y="50084"/>
                    <a:pt x="6705" y="48116"/>
                  </a:cubicBezTo>
                  <a:cubicBezTo>
                    <a:pt x="5238" y="45081"/>
                    <a:pt x="4204" y="41845"/>
                    <a:pt x="3703" y="38543"/>
                  </a:cubicBezTo>
                  <a:cubicBezTo>
                    <a:pt x="2703" y="31838"/>
                    <a:pt x="3703" y="25000"/>
                    <a:pt x="6639" y="18896"/>
                  </a:cubicBezTo>
                  <a:cubicBezTo>
                    <a:pt x="7773" y="16594"/>
                    <a:pt x="9140" y="14426"/>
                    <a:pt x="10775" y="12458"/>
                  </a:cubicBezTo>
                  <a:cubicBezTo>
                    <a:pt x="12476" y="10356"/>
                    <a:pt x="14411" y="8488"/>
                    <a:pt x="16546" y="6887"/>
                  </a:cubicBezTo>
                  <a:cubicBezTo>
                    <a:pt x="18747" y="5219"/>
                    <a:pt x="21149" y="3818"/>
                    <a:pt x="23684" y="2751"/>
                  </a:cubicBezTo>
                  <a:cubicBezTo>
                    <a:pt x="27861" y="994"/>
                    <a:pt x="32265" y="133"/>
                    <a:pt x="36638" y="133"/>
                  </a:cubicBezTo>
                  <a:cubicBezTo>
                    <a:pt x="44138" y="133"/>
                    <a:pt x="51549" y="2665"/>
                    <a:pt x="57575" y="7554"/>
                  </a:cubicBezTo>
                  <a:cubicBezTo>
                    <a:pt x="67149" y="15260"/>
                    <a:pt x="71652" y="27602"/>
                    <a:pt x="69350" y="39677"/>
                  </a:cubicBezTo>
                  <a:cubicBezTo>
                    <a:pt x="69050" y="41245"/>
                    <a:pt x="68650" y="42813"/>
                    <a:pt x="68149" y="44314"/>
                  </a:cubicBezTo>
                  <a:cubicBezTo>
                    <a:pt x="67616" y="45815"/>
                    <a:pt x="67015" y="47249"/>
                    <a:pt x="66281" y="48650"/>
                  </a:cubicBezTo>
                  <a:cubicBezTo>
                    <a:pt x="65948" y="49384"/>
                    <a:pt x="65514" y="50051"/>
                    <a:pt x="65147" y="50718"/>
                  </a:cubicBezTo>
                  <a:cubicBezTo>
                    <a:pt x="64747" y="51419"/>
                    <a:pt x="64313" y="52053"/>
                    <a:pt x="63846" y="52686"/>
                  </a:cubicBezTo>
                  <a:cubicBezTo>
                    <a:pt x="59576" y="58757"/>
                    <a:pt x="53372" y="63227"/>
                    <a:pt x="46267" y="65362"/>
                  </a:cubicBezTo>
                  <a:cubicBezTo>
                    <a:pt x="43124" y="66303"/>
                    <a:pt x="39885" y="66778"/>
                    <a:pt x="36637" y="66778"/>
                  </a:cubicBezTo>
                  <a:cubicBezTo>
                    <a:pt x="34819" y="66778"/>
                    <a:pt x="32998" y="66629"/>
                    <a:pt x="31190" y="66329"/>
                  </a:cubicBezTo>
                  <a:cubicBezTo>
                    <a:pt x="27220" y="65696"/>
                    <a:pt x="23384" y="64328"/>
                    <a:pt x="19915" y="62293"/>
                  </a:cubicBezTo>
                  <a:cubicBezTo>
                    <a:pt x="19548" y="62093"/>
                    <a:pt x="19214" y="61893"/>
                    <a:pt x="18881" y="61659"/>
                  </a:cubicBezTo>
                  <a:cubicBezTo>
                    <a:pt x="18547" y="61426"/>
                    <a:pt x="18214" y="61259"/>
                    <a:pt x="17880" y="61026"/>
                  </a:cubicBezTo>
                  <a:cubicBezTo>
                    <a:pt x="17424" y="60697"/>
                    <a:pt x="16969" y="60387"/>
                    <a:pt x="16557" y="60081"/>
                  </a:cubicBezTo>
                  <a:lnTo>
                    <a:pt x="16557" y="60081"/>
                  </a:lnTo>
                  <a:cubicBezTo>
                    <a:pt x="17882" y="61088"/>
                    <a:pt x="19274" y="62003"/>
                    <a:pt x="20749" y="62794"/>
                  </a:cubicBezTo>
                  <a:cubicBezTo>
                    <a:pt x="23251" y="64161"/>
                    <a:pt x="25919" y="65195"/>
                    <a:pt x="28688" y="65862"/>
                  </a:cubicBezTo>
                  <a:cubicBezTo>
                    <a:pt x="31320" y="66514"/>
                    <a:pt x="34033" y="66840"/>
                    <a:pt x="36765" y="66840"/>
                  </a:cubicBezTo>
                  <a:cubicBezTo>
                    <a:pt x="37529" y="66840"/>
                    <a:pt x="38296" y="66814"/>
                    <a:pt x="39062" y="66763"/>
                  </a:cubicBezTo>
                  <a:cubicBezTo>
                    <a:pt x="53072" y="65762"/>
                    <a:pt x="64947" y="56122"/>
                    <a:pt x="68816" y="42612"/>
                  </a:cubicBezTo>
                  <a:cubicBezTo>
                    <a:pt x="70284" y="37475"/>
                    <a:pt x="70518" y="32038"/>
                    <a:pt x="69450" y="26768"/>
                  </a:cubicBezTo>
                  <a:cubicBezTo>
                    <a:pt x="69183" y="25434"/>
                    <a:pt x="68816" y="24099"/>
                    <a:pt x="68383" y="22765"/>
                  </a:cubicBezTo>
                  <a:cubicBezTo>
                    <a:pt x="67949" y="21464"/>
                    <a:pt x="67415" y="20163"/>
                    <a:pt x="66815" y="18896"/>
                  </a:cubicBezTo>
                  <a:cubicBezTo>
                    <a:pt x="65581" y="16360"/>
                    <a:pt x="64013" y="13959"/>
                    <a:pt x="62178" y="11824"/>
                  </a:cubicBezTo>
                  <a:cubicBezTo>
                    <a:pt x="58409" y="7354"/>
                    <a:pt x="53505" y="3951"/>
                    <a:pt x="48035" y="1983"/>
                  </a:cubicBezTo>
                  <a:cubicBezTo>
                    <a:pt x="44328" y="651"/>
                    <a:pt x="40486" y="1"/>
                    <a:pt x="366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5" name="Google Shape;625;g3f0a1af8da8_0_1445"/>
          <p:cNvSpPr/>
          <p:nvPr/>
        </p:nvSpPr>
        <p:spPr>
          <a:xfrm>
            <a:off x="9855200" y="5910267"/>
            <a:ext cx="551520" cy="575986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f0a1af8da8_0_1445"/>
          <p:cNvSpPr/>
          <p:nvPr/>
        </p:nvSpPr>
        <p:spPr>
          <a:xfrm>
            <a:off x="1246733" y="4477667"/>
            <a:ext cx="794027" cy="850386"/>
          </a:xfrm>
          <a:custGeom>
            <a:rect b="b" l="l" r="r" t="t"/>
            <a:pathLst>
              <a:path extrusionOk="0" h="15612" w="14578">
                <a:moveTo>
                  <a:pt x="8640" y="1"/>
                </a:moveTo>
                <a:cubicBezTo>
                  <a:pt x="8373" y="1869"/>
                  <a:pt x="8073" y="3737"/>
                  <a:pt x="7673" y="5571"/>
                </a:cubicBezTo>
                <a:cubicBezTo>
                  <a:pt x="6272" y="5838"/>
                  <a:pt x="4871" y="6172"/>
                  <a:pt x="3503" y="6572"/>
                </a:cubicBezTo>
                <a:cubicBezTo>
                  <a:pt x="2769" y="6806"/>
                  <a:pt x="2069" y="7072"/>
                  <a:pt x="1368" y="7339"/>
                </a:cubicBezTo>
                <a:lnTo>
                  <a:pt x="1" y="7873"/>
                </a:lnTo>
                <a:cubicBezTo>
                  <a:pt x="2336" y="7973"/>
                  <a:pt x="4671" y="8207"/>
                  <a:pt x="6972" y="8573"/>
                </a:cubicBezTo>
                <a:cubicBezTo>
                  <a:pt x="6339" y="10942"/>
                  <a:pt x="5605" y="13277"/>
                  <a:pt x="4771" y="15612"/>
                </a:cubicBezTo>
                <a:cubicBezTo>
                  <a:pt x="6472" y="13444"/>
                  <a:pt x="8207" y="11309"/>
                  <a:pt x="9941" y="9207"/>
                </a:cubicBezTo>
                <a:cubicBezTo>
                  <a:pt x="11442" y="9608"/>
                  <a:pt x="12877" y="10175"/>
                  <a:pt x="14244" y="10942"/>
                </a:cubicBezTo>
                <a:cubicBezTo>
                  <a:pt x="13177" y="9841"/>
                  <a:pt x="12276" y="8607"/>
                  <a:pt x="11542" y="7306"/>
                </a:cubicBezTo>
                <a:cubicBezTo>
                  <a:pt x="12543" y="6105"/>
                  <a:pt x="13544" y="4904"/>
                  <a:pt x="14578" y="3737"/>
                </a:cubicBezTo>
                <a:lnTo>
                  <a:pt x="14578" y="3737"/>
                </a:lnTo>
                <a:cubicBezTo>
                  <a:pt x="13244" y="4270"/>
                  <a:pt x="11876" y="4704"/>
                  <a:pt x="10442" y="5004"/>
                </a:cubicBezTo>
                <a:cubicBezTo>
                  <a:pt x="10208" y="4337"/>
                  <a:pt x="9975" y="3637"/>
                  <a:pt x="9808" y="2936"/>
                </a:cubicBezTo>
                <a:cubicBezTo>
                  <a:pt x="9541" y="1902"/>
                  <a:pt x="9341" y="801"/>
                  <a:pt x="86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g3f0a1af8da8_0_1445"/>
          <p:cNvSpPr/>
          <p:nvPr/>
        </p:nvSpPr>
        <p:spPr>
          <a:xfrm rot="2854347">
            <a:off x="9567532" y="711007"/>
            <a:ext cx="437282" cy="456680"/>
          </a:xfrm>
          <a:custGeom>
            <a:rect b="b" l="l" r="r" t="t"/>
            <a:pathLst>
              <a:path extrusionOk="0" h="17280" w="16546">
                <a:moveTo>
                  <a:pt x="9607" y="0"/>
                </a:moveTo>
                <a:lnTo>
                  <a:pt x="9607" y="0"/>
                </a:lnTo>
                <a:cubicBezTo>
                  <a:pt x="8373" y="2368"/>
                  <a:pt x="7072" y="4703"/>
                  <a:pt x="5671" y="7005"/>
                </a:cubicBezTo>
                <a:cubicBezTo>
                  <a:pt x="3636" y="6838"/>
                  <a:pt x="1601" y="6505"/>
                  <a:pt x="0" y="5271"/>
                </a:cubicBezTo>
                <a:lnTo>
                  <a:pt x="0" y="5271"/>
                </a:lnTo>
                <a:cubicBezTo>
                  <a:pt x="1134" y="7139"/>
                  <a:pt x="2202" y="9007"/>
                  <a:pt x="3236" y="10908"/>
                </a:cubicBezTo>
                <a:cubicBezTo>
                  <a:pt x="2202" y="12509"/>
                  <a:pt x="1134" y="14077"/>
                  <a:pt x="34" y="15611"/>
                </a:cubicBezTo>
                <a:cubicBezTo>
                  <a:pt x="1501" y="14844"/>
                  <a:pt x="3002" y="14110"/>
                  <a:pt x="4470" y="13343"/>
                </a:cubicBezTo>
                <a:cubicBezTo>
                  <a:pt x="5137" y="14644"/>
                  <a:pt x="5771" y="15945"/>
                  <a:pt x="6371" y="17279"/>
                </a:cubicBezTo>
                <a:lnTo>
                  <a:pt x="7372" y="11875"/>
                </a:lnTo>
                <a:lnTo>
                  <a:pt x="16545" y="7172"/>
                </a:lnTo>
                <a:lnTo>
                  <a:pt x="16545" y="7172"/>
                </a:lnTo>
                <a:cubicBezTo>
                  <a:pt x="15224" y="7251"/>
                  <a:pt x="13903" y="7293"/>
                  <a:pt x="12585" y="7293"/>
                </a:cubicBezTo>
                <a:cubicBezTo>
                  <a:pt x="11142" y="7293"/>
                  <a:pt x="9703" y="7243"/>
                  <a:pt x="8273" y="7139"/>
                </a:cubicBezTo>
                <a:lnTo>
                  <a:pt x="960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6.xml"/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26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28.xml"/><Relationship Id="rId28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0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29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31" Type="http://schemas.openxmlformats.org/officeDocument/2006/relationships/slideLayout" Target="../slideLayouts/slideLayout34.xml"/><Relationship Id="rId3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2E9C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0a1af8da8_0_84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ascinate Inline"/>
              <a:buNone/>
              <a:defRPr sz="3700">
                <a:solidFill>
                  <a:schemeClr val="dk1"/>
                </a:solidFill>
                <a:latin typeface="Fascinate Inline"/>
                <a:ea typeface="Fascinate Inline"/>
                <a:cs typeface="Fascinate Inline"/>
                <a:sym typeface="Fascinate Inli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ascinate Inline"/>
              <a:buNone/>
              <a:defRPr sz="3700">
                <a:solidFill>
                  <a:schemeClr val="dk1"/>
                </a:solidFill>
                <a:latin typeface="Fascinate Inline"/>
                <a:ea typeface="Fascinate Inline"/>
                <a:cs typeface="Fascinate Inline"/>
                <a:sym typeface="Fascinate Inli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ascinate Inline"/>
              <a:buNone/>
              <a:defRPr sz="3700">
                <a:solidFill>
                  <a:schemeClr val="dk1"/>
                </a:solidFill>
                <a:latin typeface="Fascinate Inline"/>
                <a:ea typeface="Fascinate Inline"/>
                <a:cs typeface="Fascinate Inline"/>
                <a:sym typeface="Fascinate Inli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ascinate Inline"/>
              <a:buNone/>
              <a:defRPr sz="3700">
                <a:solidFill>
                  <a:schemeClr val="dk1"/>
                </a:solidFill>
                <a:latin typeface="Fascinate Inline"/>
                <a:ea typeface="Fascinate Inline"/>
                <a:cs typeface="Fascinate Inline"/>
                <a:sym typeface="Fascinate Inli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ascinate Inline"/>
              <a:buNone/>
              <a:defRPr sz="3700">
                <a:solidFill>
                  <a:schemeClr val="dk1"/>
                </a:solidFill>
                <a:latin typeface="Fascinate Inline"/>
                <a:ea typeface="Fascinate Inline"/>
                <a:cs typeface="Fascinate Inline"/>
                <a:sym typeface="Fascinate Inli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ascinate Inline"/>
              <a:buNone/>
              <a:defRPr sz="3700">
                <a:solidFill>
                  <a:schemeClr val="dk1"/>
                </a:solidFill>
                <a:latin typeface="Fascinate Inline"/>
                <a:ea typeface="Fascinate Inline"/>
                <a:cs typeface="Fascinate Inline"/>
                <a:sym typeface="Fascinate Inli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ascinate Inline"/>
              <a:buNone/>
              <a:defRPr sz="3700">
                <a:solidFill>
                  <a:schemeClr val="dk1"/>
                </a:solidFill>
                <a:latin typeface="Fascinate Inline"/>
                <a:ea typeface="Fascinate Inline"/>
                <a:cs typeface="Fascinate Inline"/>
                <a:sym typeface="Fascinate Inli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ascinate Inline"/>
              <a:buNone/>
              <a:defRPr sz="3700">
                <a:solidFill>
                  <a:schemeClr val="dk1"/>
                </a:solidFill>
                <a:latin typeface="Fascinate Inline"/>
                <a:ea typeface="Fascinate Inline"/>
                <a:cs typeface="Fascinate Inline"/>
                <a:sym typeface="Fascinate Inli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ascinate Inline"/>
              <a:buNone/>
              <a:defRPr sz="3700">
                <a:solidFill>
                  <a:schemeClr val="dk1"/>
                </a:solidFill>
                <a:latin typeface="Fascinate Inline"/>
                <a:ea typeface="Fascinate Inline"/>
                <a:cs typeface="Fascinate Inline"/>
                <a:sym typeface="Fascinate Inline"/>
              </a:defRPr>
            </a:lvl9pPr>
          </a:lstStyle>
          <a:p/>
        </p:txBody>
      </p:sp>
      <p:sp>
        <p:nvSpPr>
          <p:cNvPr id="17" name="Google Shape;17;g3f0a1af8da8_0_84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ldenburg"/>
              <a:buChar char="●"/>
              <a:defRPr sz="2400">
                <a:solidFill>
                  <a:schemeClr val="dk1"/>
                </a:solidFill>
                <a:latin typeface="Oldenburg"/>
                <a:ea typeface="Oldenburg"/>
                <a:cs typeface="Oldenburg"/>
                <a:sym typeface="Oldenburg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enburg"/>
              <a:buChar char="○"/>
              <a:defRPr sz="1900">
                <a:solidFill>
                  <a:schemeClr val="dk1"/>
                </a:solidFill>
                <a:latin typeface="Oldenburg"/>
                <a:ea typeface="Oldenburg"/>
                <a:cs typeface="Oldenburg"/>
                <a:sym typeface="Oldenburg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enburg"/>
              <a:buChar char="■"/>
              <a:defRPr sz="1900">
                <a:solidFill>
                  <a:schemeClr val="dk1"/>
                </a:solidFill>
                <a:latin typeface="Oldenburg"/>
                <a:ea typeface="Oldenburg"/>
                <a:cs typeface="Oldenburg"/>
                <a:sym typeface="Oldenburg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enburg"/>
              <a:buChar char="●"/>
              <a:defRPr sz="1900">
                <a:solidFill>
                  <a:schemeClr val="dk1"/>
                </a:solidFill>
                <a:latin typeface="Oldenburg"/>
                <a:ea typeface="Oldenburg"/>
                <a:cs typeface="Oldenburg"/>
                <a:sym typeface="Oldenburg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enburg"/>
              <a:buChar char="○"/>
              <a:defRPr sz="1900">
                <a:solidFill>
                  <a:schemeClr val="dk1"/>
                </a:solidFill>
                <a:latin typeface="Oldenburg"/>
                <a:ea typeface="Oldenburg"/>
                <a:cs typeface="Oldenburg"/>
                <a:sym typeface="Oldenburg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enburg"/>
              <a:buChar char="■"/>
              <a:defRPr sz="1900">
                <a:solidFill>
                  <a:schemeClr val="dk1"/>
                </a:solidFill>
                <a:latin typeface="Oldenburg"/>
                <a:ea typeface="Oldenburg"/>
                <a:cs typeface="Oldenburg"/>
                <a:sym typeface="Oldenburg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enburg"/>
              <a:buChar char="●"/>
              <a:defRPr sz="1900">
                <a:solidFill>
                  <a:schemeClr val="dk1"/>
                </a:solidFill>
                <a:latin typeface="Oldenburg"/>
                <a:ea typeface="Oldenburg"/>
                <a:cs typeface="Oldenburg"/>
                <a:sym typeface="Oldenburg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enburg"/>
              <a:buChar char="○"/>
              <a:defRPr sz="1900">
                <a:solidFill>
                  <a:schemeClr val="dk1"/>
                </a:solidFill>
                <a:latin typeface="Oldenburg"/>
                <a:ea typeface="Oldenburg"/>
                <a:cs typeface="Oldenburg"/>
                <a:sym typeface="Oldenburg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ldenburg"/>
              <a:buChar char="■"/>
              <a:defRPr sz="1900">
                <a:solidFill>
                  <a:schemeClr val="dk1"/>
                </a:solidFill>
                <a:latin typeface="Oldenburg"/>
                <a:ea typeface="Oldenburg"/>
                <a:cs typeface="Oldenburg"/>
                <a:sym typeface="Oldenburg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  <p:sldLayoutId id="2147483682" r:id="rId30"/>
    <p:sldLayoutId id="2147483683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bandify-music-2167.vercel.app/" TargetMode="External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"/>
          <p:cNvSpPr/>
          <p:nvPr/>
        </p:nvSpPr>
        <p:spPr>
          <a:xfrm>
            <a:off x="5812100" y="1341133"/>
            <a:ext cx="2438400" cy="25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"/>
          <p:cNvSpPr/>
          <p:nvPr/>
        </p:nvSpPr>
        <p:spPr>
          <a:xfrm>
            <a:off x="3765217" y="3410875"/>
            <a:ext cx="9753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67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Conecta músicos independientes chilenos </a:t>
            </a:r>
            <a:endParaRPr b="0" i="1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67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mediante Inteligencia Artificial</a:t>
            </a:r>
            <a:endParaRPr b="0" i="0" sz="18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"/>
          <p:cNvSpPr/>
          <p:nvPr/>
        </p:nvSpPr>
        <p:spPr>
          <a:xfrm>
            <a:off x="3532058" y="5168883"/>
            <a:ext cx="97536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67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Marcelo Palma  ·  Julio Silva  ·  Ignacio Farias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 u="none" cap="none" strike="noStrike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EVALUACIÓN FINAL TRANSVERSAL</a:t>
            </a:r>
            <a:endParaRPr i="0" sz="14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67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TPY1101 — </a:t>
            </a:r>
            <a:r>
              <a:rPr lang="en-US" sz="1467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Taller</a:t>
            </a:r>
            <a:r>
              <a:rPr i="0" lang="en-US" sz="1467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Aplicado de Programación  ·  Sección 002V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6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6" name="Google Shape;636;p1" title="Logo_DuocUC.svg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600" y="171258"/>
            <a:ext cx="2154691" cy="5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1"/>
          <p:cNvSpPr txBox="1"/>
          <p:nvPr/>
        </p:nvSpPr>
        <p:spPr>
          <a:xfrm>
            <a:off x="6426825" y="2216575"/>
            <a:ext cx="44304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00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Bandify</a:t>
            </a:r>
            <a:endParaRPr sz="8200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"/>
          <p:cNvSpPr/>
          <p:nvPr/>
        </p:nvSpPr>
        <p:spPr>
          <a:xfrm>
            <a:off x="661475" y="795337"/>
            <a:ext cx="735689" cy="308868"/>
          </a:xfrm>
          <a:prstGeom prst="roundRect">
            <a:avLst>
              <a:gd fmla="val 3965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FC8337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"/>
          <p:cNvSpPr/>
          <p:nvPr/>
        </p:nvSpPr>
        <p:spPr>
          <a:xfrm>
            <a:off x="763469" y="846336"/>
            <a:ext cx="1141285" cy="206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C8337"/>
              </a:buClr>
              <a:buSzPts val="1050"/>
              <a:buFont typeface="Roboto"/>
              <a:buNone/>
            </a:pPr>
            <a:r>
              <a:rPr lang="en-US" sz="1600">
                <a:solidFill>
                  <a:srgbClr val="FC8337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"/>
          <p:cNvSpPr/>
          <p:nvPr/>
        </p:nvSpPr>
        <p:spPr>
          <a:xfrm>
            <a:off x="661475" y="1926630"/>
            <a:ext cx="340213" cy="212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Saira Light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"/>
          <p:cNvSpPr/>
          <p:nvPr/>
        </p:nvSpPr>
        <p:spPr>
          <a:xfrm>
            <a:off x="661475" y="2196604"/>
            <a:ext cx="3520788" cy="1905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"/>
          <p:cNvSpPr/>
          <p:nvPr/>
        </p:nvSpPr>
        <p:spPr>
          <a:xfrm>
            <a:off x="661475" y="2319734"/>
            <a:ext cx="2393493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Saira Medium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Contexto y problemática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"/>
          <p:cNvSpPr/>
          <p:nvPr/>
        </p:nvSpPr>
        <p:spPr>
          <a:xfrm>
            <a:off x="4335354" y="1926630"/>
            <a:ext cx="340213" cy="212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Saira Light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"/>
          <p:cNvSpPr/>
          <p:nvPr/>
        </p:nvSpPr>
        <p:spPr>
          <a:xfrm>
            <a:off x="4349570" y="2196604"/>
            <a:ext cx="3520800" cy="1920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"/>
          <p:cNvSpPr/>
          <p:nvPr/>
        </p:nvSpPr>
        <p:spPr>
          <a:xfrm>
            <a:off x="4335354" y="2319734"/>
            <a:ext cx="3520888" cy="531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Saira Medium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Oportunidad y justificación de negocio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"/>
          <p:cNvSpPr/>
          <p:nvPr/>
        </p:nvSpPr>
        <p:spPr>
          <a:xfrm>
            <a:off x="8009332" y="1926630"/>
            <a:ext cx="340213" cy="212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Saira Light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"/>
          <p:cNvSpPr/>
          <p:nvPr/>
        </p:nvSpPr>
        <p:spPr>
          <a:xfrm>
            <a:off x="8009332" y="2196604"/>
            <a:ext cx="3520888" cy="1905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"/>
          <p:cNvSpPr/>
          <p:nvPr/>
        </p:nvSpPr>
        <p:spPr>
          <a:xfrm>
            <a:off x="8009332" y="2319734"/>
            <a:ext cx="3520888" cy="531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Saira Medium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Objetivo general y objetivos específicos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"/>
          <p:cNvSpPr/>
          <p:nvPr/>
        </p:nvSpPr>
        <p:spPr>
          <a:xfrm>
            <a:off x="661475" y="3131741"/>
            <a:ext cx="340213" cy="212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Saira Light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"/>
          <p:cNvSpPr/>
          <p:nvPr/>
        </p:nvSpPr>
        <p:spPr>
          <a:xfrm>
            <a:off x="661475" y="3401715"/>
            <a:ext cx="3520788" cy="1905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"/>
          <p:cNvSpPr/>
          <p:nvPr/>
        </p:nvSpPr>
        <p:spPr>
          <a:xfrm>
            <a:off x="661475" y="3524845"/>
            <a:ext cx="3491817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Saira Medium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Alcance del proyecto y del producto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"/>
          <p:cNvSpPr/>
          <p:nvPr/>
        </p:nvSpPr>
        <p:spPr>
          <a:xfrm>
            <a:off x="4335354" y="3131741"/>
            <a:ext cx="340213" cy="212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Saira Light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"/>
          <p:cNvSpPr/>
          <p:nvPr/>
        </p:nvSpPr>
        <p:spPr>
          <a:xfrm>
            <a:off x="4335354" y="3401715"/>
            <a:ext cx="3520888" cy="1905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"/>
          <p:cNvSpPr/>
          <p:nvPr/>
        </p:nvSpPr>
        <p:spPr>
          <a:xfrm>
            <a:off x="4335354" y="3524845"/>
            <a:ext cx="2949600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Saira Medium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Plan de trabajo y metodología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"/>
          <p:cNvSpPr/>
          <p:nvPr/>
        </p:nvSpPr>
        <p:spPr>
          <a:xfrm>
            <a:off x="8009332" y="3131741"/>
            <a:ext cx="340213" cy="212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Saira Light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"/>
          <p:cNvSpPr/>
          <p:nvPr/>
        </p:nvSpPr>
        <p:spPr>
          <a:xfrm>
            <a:off x="8009332" y="3401715"/>
            <a:ext cx="3520888" cy="1905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"/>
          <p:cNvSpPr/>
          <p:nvPr/>
        </p:nvSpPr>
        <p:spPr>
          <a:xfrm>
            <a:off x="8009332" y="3524845"/>
            <a:ext cx="2126403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Saira Medium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Equipo de trabajo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"/>
          <p:cNvSpPr/>
          <p:nvPr/>
        </p:nvSpPr>
        <p:spPr>
          <a:xfrm>
            <a:off x="661475" y="4071144"/>
            <a:ext cx="340213" cy="212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Saira Light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"/>
          <p:cNvSpPr/>
          <p:nvPr/>
        </p:nvSpPr>
        <p:spPr>
          <a:xfrm>
            <a:off x="661475" y="4341118"/>
            <a:ext cx="3520788" cy="1905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"/>
          <p:cNvSpPr/>
          <p:nvPr/>
        </p:nvSpPr>
        <p:spPr>
          <a:xfrm>
            <a:off x="661475" y="4464248"/>
            <a:ext cx="3520788" cy="531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Saira Medium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Requerimientos funcionales y no funcionales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"/>
          <p:cNvSpPr/>
          <p:nvPr/>
        </p:nvSpPr>
        <p:spPr>
          <a:xfrm>
            <a:off x="4335354" y="4071144"/>
            <a:ext cx="340213" cy="212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Saira Light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"/>
          <p:cNvSpPr/>
          <p:nvPr/>
        </p:nvSpPr>
        <p:spPr>
          <a:xfrm>
            <a:off x="4335354" y="4341118"/>
            <a:ext cx="3520888" cy="1905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"/>
          <p:cNvSpPr/>
          <p:nvPr/>
        </p:nvSpPr>
        <p:spPr>
          <a:xfrm>
            <a:off x="4335354" y="4464248"/>
            <a:ext cx="3520888" cy="531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Saira Medium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Arquitectura de software y stack tecnológico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"/>
          <p:cNvSpPr/>
          <p:nvPr/>
        </p:nvSpPr>
        <p:spPr>
          <a:xfrm>
            <a:off x="8009332" y="4071144"/>
            <a:ext cx="340213" cy="212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Saira Light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"/>
          <p:cNvSpPr/>
          <p:nvPr/>
        </p:nvSpPr>
        <p:spPr>
          <a:xfrm>
            <a:off x="8009332" y="4341118"/>
            <a:ext cx="3520888" cy="1905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"/>
          <p:cNvSpPr/>
          <p:nvPr/>
        </p:nvSpPr>
        <p:spPr>
          <a:xfrm>
            <a:off x="8009332" y="4464248"/>
            <a:ext cx="3415520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Saira Medium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Presentación de la solución (demo)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"/>
          <p:cNvSpPr/>
          <p:nvPr/>
        </p:nvSpPr>
        <p:spPr>
          <a:xfrm>
            <a:off x="661475" y="5276255"/>
            <a:ext cx="340213" cy="212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Saira Light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"/>
          <p:cNvSpPr/>
          <p:nvPr/>
        </p:nvSpPr>
        <p:spPr>
          <a:xfrm>
            <a:off x="661475" y="5546229"/>
            <a:ext cx="5357778" cy="1905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"/>
          <p:cNvSpPr/>
          <p:nvPr/>
        </p:nvSpPr>
        <p:spPr>
          <a:xfrm>
            <a:off x="661475" y="5669359"/>
            <a:ext cx="4991769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Saira Medium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Ambiente de pruebas, validación y aseguramiento de calidad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"/>
          <p:cNvSpPr/>
          <p:nvPr/>
        </p:nvSpPr>
        <p:spPr>
          <a:xfrm>
            <a:off x="6172343" y="5276255"/>
            <a:ext cx="340213" cy="212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Saira Light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"/>
          <p:cNvSpPr/>
          <p:nvPr/>
        </p:nvSpPr>
        <p:spPr>
          <a:xfrm>
            <a:off x="6172343" y="5546229"/>
            <a:ext cx="5357877" cy="1905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"/>
          <p:cNvSpPr/>
          <p:nvPr/>
        </p:nvSpPr>
        <p:spPr>
          <a:xfrm>
            <a:off x="6172343" y="5669359"/>
            <a:ext cx="2776666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Saira Medium"/>
              <a:buNone/>
            </a:pP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Conclusiones y aprendizajes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"/>
          <p:cNvSpPr txBox="1"/>
          <p:nvPr/>
        </p:nvSpPr>
        <p:spPr>
          <a:xfrm>
            <a:off x="-507260" y="1138150"/>
            <a:ext cx="6160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CONTENIDO DE LA PRESENTACIÓN</a:t>
            </a:r>
            <a:endParaRPr sz="2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" y="-25"/>
            <a:ext cx="38434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3"/>
          <p:cNvSpPr/>
          <p:nvPr/>
        </p:nvSpPr>
        <p:spPr>
          <a:xfrm>
            <a:off x="4977460" y="833664"/>
            <a:ext cx="62970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50"/>
              <a:buFont typeface="Saira Medium"/>
              <a:buNone/>
            </a:pPr>
            <a:r>
              <a:rPr lang="en-US" sz="275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El networking musical en Chile es informal y subjetivo</a:t>
            </a:r>
            <a:endParaRPr sz="275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86" name="Google Shape;686;p3"/>
          <p:cNvSpPr/>
          <p:nvPr/>
        </p:nvSpPr>
        <p:spPr>
          <a:xfrm>
            <a:off x="4977460" y="1879132"/>
            <a:ext cx="6297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Roboto"/>
              <a:buNone/>
            </a:pPr>
            <a:r>
              <a:rPr lang="en-US" sz="15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Los músicos independientes dependen de redes sociales de uso general, sin un filtro técnico que permita evaluar la compatibilidad musical, lo que puede derivar en semanas de búsqueda infructuosa.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"/>
          <p:cNvSpPr/>
          <p:nvPr/>
        </p:nvSpPr>
        <p:spPr>
          <a:xfrm>
            <a:off x="5362642" y="2961583"/>
            <a:ext cx="23115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3650"/>
              <a:buFont typeface="Saira Medium"/>
              <a:buNone/>
            </a:pPr>
            <a:r>
              <a:rPr lang="en-US" sz="3650">
                <a:solidFill>
                  <a:schemeClr val="lt1"/>
                </a:solidFill>
                <a:highlight>
                  <a:schemeClr val="accent2"/>
                </a:highlight>
                <a:latin typeface="Oswald"/>
                <a:ea typeface="Oswald"/>
                <a:cs typeface="Oswald"/>
                <a:sym typeface="Oswald"/>
              </a:rPr>
              <a:t>2-8</a:t>
            </a:r>
            <a:endParaRPr sz="3650">
              <a:solidFill>
                <a:schemeClr val="lt1"/>
              </a:solidFill>
              <a:highlight>
                <a:schemeClr val="accent2"/>
              </a:highlight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88" name="Google Shape;688;p3"/>
          <p:cNvSpPr/>
          <p:nvPr/>
        </p:nvSpPr>
        <p:spPr>
          <a:xfrm>
            <a:off x="5632362" y="3402702"/>
            <a:ext cx="1772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Saira Medium"/>
              <a:buNone/>
            </a:pPr>
            <a:r>
              <a:rPr lang="en-US" sz="13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Semanas perdidas en la </a:t>
            </a:r>
            <a:r>
              <a:rPr lang="en-US" sz="13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búsqueda</a:t>
            </a:r>
            <a:r>
              <a:rPr lang="en-US" sz="13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de colaboradores.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"/>
          <p:cNvSpPr/>
          <p:nvPr/>
        </p:nvSpPr>
        <p:spPr>
          <a:xfrm>
            <a:off x="8577498" y="2961570"/>
            <a:ext cx="23115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3650"/>
              <a:buFont typeface="Saira Medium"/>
              <a:buNone/>
            </a:pPr>
            <a:r>
              <a:rPr lang="en-US" sz="3650">
                <a:solidFill>
                  <a:srgbClr val="E5E0DF"/>
                </a:solidFill>
                <a:highlight>
                  <a:schemeClr val="accent2"/>
                </a:highlight>
                <a:latin typeface="Oswald"/>
                <a:ea typeface="Oswald"/>
                <a:cs typeface="Oswald"/>
                <a:sym typeface="Oswald"/>
              </a:rPr>
              <a:t>98%</a:t>
            </a:r>
            <a:endParaRPr sz="3650">
              <a:solidFill>
                <a:schemeClr val="dk1"/>
              </a:solidFill>
              <a:highlight>
                <a:schemeClr val="accent2"/>
              </a:highlight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90" name="Google Shape;690;p3"/>
          <p:cNvSpPr/>
          <p:nvPr/>
        </p:nvSpPr>
        <p:spPr>
          <a:xfrm>
            <a:off x="8665403" y="3402702"/>
            <a:ext cx="21357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Saira Medium"/>
              <a:buNone/>
            </a:pPr>
            <a:r>
              <a:rPr lang="en-US" sz="13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Producción independiente de la producción fonográfica chilena.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"/>
          <p:cNvSpPr/>
          <p:nvPr/>
        </p:nvSpPr>
        <p:spPr>
          <a:xfrm>
            <a:off x="6970195" y="4054625"/>
            <a:ext cx="23115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chemeClr val="lt1"/>
                </a:solidFill>
                <a:highlight>
                  <a:schemeClr val="accent2"/>
                </a:highlight>
                <a:latin typeface="Oswald"/>
                <a:ea typeface="Oswald"/>
                <a:cs typeface="Oswald"/>
                <a:sym typeface="Oswald"/>
              </a:rPr>
              <a:t>95%</a:t>
            </a:r>
            <a:endParaRPr sz="3400">
              <a:solidFill>
                <a:schemeClr val="lt1"/>
              </a:solidFill>
              <a:highlight>
                <a:schemeClr val="accent2"/>
              </a:highlight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3650"/>
              <a:buFont typeface="Saira Medium"/>
              <a:buNone/>
            </a:pPr>
            <a:r>
              <a:t/>
            </a:r>
            <a:endParaRPr sz="3650">
              <a:solidFill>
                <a:schemeClr val="lt1"/>
              </a:solidFill>
              <a:highlight>
                <a:schemeClr val="accent2"/>
              </a:highlight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92" name="Google Shape;692;p3"/>
          <p:cNvSpPr/>
          <p:nvPr/>
        </p:nvSpPr>
        <p:spPr>
          <a:xfrm>
            <a:off x="6687774" y="4671263"/>
            <a:ext cx="30285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alibri"/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 las organizaciones son micro o pequeñas empresas sin herramientas digitales especializadas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Saira Medium"/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"/>
          <p:cNvSpPr/>
          <p:nvPr/>
        </p:nvSpPr>
        <p:spPr>
          <a:xfrm>
            <a:off x="4974710" y="5533281"/>
            <a:ext cx="6297000" cy="669600"/>
          </a:xfrm>
          <a:prstGeom prst="roundRect">
            <a:avLst>
              <a:gd fmla="val 19054" name="adj"/>
            </a:avLst>
          </a:prstGeom>
          <a:solidFill>
            <a:srgbClr val="FC8337">
              <a:alpha val="749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"/>
          <p:cNvSpPr/>
          <p:nvPr/>
        </p:nvSpPr>
        <p:spPr>
          <a:xfrm>
            <a:off x="5113900" y="5611850"/>
            <a:ext cx="6018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objetivo: Pasar de semanas de incertidumbre a conexiones en minutos. Validar la afinidad técnica entre músicos utilizando únicamente su ADN sonoro.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"/>
          <p:cNvSpPr/>
          <p:nvPr/>
        </p:nvSpPr>
        <p:spPr>
          <a:xfrm>
            <a:off x="6297229" y="1298404"/>
            <a:ext cx="3520800" cy="1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accent2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4"/>
          <p:cNvSpPr/>
          <p:nvPr/>
        </p:nvSpPr>
        <p:spPr>
          <a:xfrm>
            <a:off x="1191975" y="4984650"/>
            <a:ext cx="3000000" cy="940800"/>
          </a:xfrm>
          <a:prstGeom prst="roundRect">
            <a:avLst>
              <a:gd fmla="val 19054" name="adj"/>
            </a:avLst>
          </a:prstGeom>
          <a:solidFill>
            <a:srgbClr val="FC8337">
              <a:alpha val="749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4"/>
          <p:cNvSpPr/>
          <p:nvPr/>
        </p:nvSpPr>
        <p:spPr>
          <a:xfrm>
            <a:off x="661475" y="1022548"/>
            <a:ext cx="10927878" cy="47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50"/>
              <a:buFont typeface="Saira Medium"/>
              <a:buNone/>
            </a:pPr>
            <a:r>
              <a:rPr lang="en-US" sz="295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Perfil del cliente y usuario objetivo</a:t>
            </a:r>
            <a:endParaRPr sz="295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02" name="Google Shape;702;p4"/>
          <p:cNvSpPr/>
          <p:nvPr/>
        </p:nvSpPr>
        <p:spPr>
          <a:xfrm>
            <a:off x="540213" y="2113814"/>
            <a:ext cx="5250000" cy="15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Roboto"/>
              <a:buNone/>
            </a:pPr>
            <a:r>
              <a:rPr lang="en-US" sz="17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El proyecto se orienta a un segmento transversal del ecosistema musical digital, definido por su comportamiento y necesidades técnicas más que por variables demográficas: músicos, productores y usuarios híbridos.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"/>
          <p:cNvSpPr/>
          <p:nvPr/>
        </p:nvSpPr>
        <p:spPr>
          <a:xfrm>
            <a:off x="410225" y="3589873"/>
            <a:ext cx="5250000" cy="9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33680" lvl="0" marL="23368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00"/>
              <a:buFont typeface="Roboto"/>
              <a:buChar char="•"/>
            </a:pPr>
            <a:r>
              <a:rPr b="1" lang="en-US" sz="1200">
                <a:solidFill>
                  <a:srgbClr val="E5E0D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Músicos e intérpretes</a:t>
            </a:r>
            <a:r>
              <a:rPr lang="en-US" sz="1200">
                <a:solidFill>
                  <a:srgbClr val="E5E0D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: Buscan colaboradores con afinidad sonora real. </a:t>
            </a:r>
            <a:endParaRPr sz="1200">
              <a:solidFill>
                <a:schemeClr val="dk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233680" lvl="0" marL="23368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00"/>
              <a:buFont typeface="Roboto"/>
              <a:buChar char="•"/>
            </a:pPr>
            <a:r>
              <a:rPr b="1" lang="en-US" sz="1200">
                <a:solidFill>
                  <a:srgbClr val="E5E0D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Productores y técnicos</a:t>
            </a:r>
            <a:r>
              <a:rPr lang="en-US" sz="1200">
                <a:solidFill>
                  <a:srgbClr val="E5E0D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: Filtran proyectos según el estilo técnico del demo. </a:t>
            </a:r>
            <a:endParaRPr sz="1200">
              <a:solidFill>
                <a:schemeClr val="dk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233680" lvl="0" marL="23368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00"/>
              <a:buFont typeface="Roboto"/>
              <a:buChar char="•"/>
            </a:pPr>
            <a:r>
              <a:rPr b="1" lang="en-US" sz="1200">
                <a:solidFill>
                  <a:srgbClr val="E5E0D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Usuarios híbridos</a:t>
            </a:r>
            <a:r>
              <a:rPr lang="en-US" sz="1200">
                <a:solidFill>
                  <a:srgbClr val="E5E0D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: Buscan y ofrecen servicios simultáneamente. </a:t>
            </a:r>
            <a:endParaRPr sz="1200">
              <a:solidFill>
                <a:srgbClr val="E5E0D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descr="preencoded.png" id="704" name="Google Shape;70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3326" y="2220686"/>
            <a:ext cx="5924050" cy="31885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5" name="Google Shape;705;p4"/>
          <p:cNvGrpSpPr/>
          <p:nvPr/>
        </p:nvGrpSpPr>
        <p:grpSpPr>
          <a:xfrm rot="-9407453">
            <a:off x="9108670" y="13849"/>
            <a:ext cx="3731854" cy="1232563"/>
            <a:chOff x="-295975" y="3281013"/>
            <a:chExt cx="10437750" cy="1619300"/>
          </a:xfrm>
        </p:grpSpPr>
        <p:sp>
          <p:nvSpPr>
            <p:cNvPr id="706" name="Google Shape;706;p4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07" name="Google Shape;707;p4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08" name="Google Shape;708;p4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09" name="Google Shape;709;p4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10" name="Google Shape;710;p4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711" name="Google Shape;711;p4"/>
          <p:cNvSpPr/>
          <p:nvPr/>
        </p:nvSpPr>
        <p:spPr>
          <a:xfrm>
            <a:off x="661479" y="1495029"/>
            <a:ext cx="3520800" cy="1920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"/>
          <p:cNvSpPr txBox="1"/>
          <p:nvPr/>
        </p:nvSpPr>
        <p:spPr>
          <a:xfrm>
            <a:off x="1299425" y="493170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Dolor transversal: Dependencia de redes sociales (WhatsApp/Instagram) sin criterios objetivos de compatibilidad.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"/>
          <p:cNvSpPr txBox="1"/>
          <p:nvPr/>
        </p:nvSpPr>
        <p:spPr>
          <a:xfrm>
            <a:off x="6566050" y="5421700"/>
            <a:ext cx="812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El diagrama de Ishikawa identifica las causas raíz del problema clasificadas por categoría</a:t>
            </a:r>
            <a:r>
              <a:rPr lang="en-US" sz="7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"/>
          <p:cNvSpPr/>
          <p:nvPr/>
        </p:nvSpPr>
        <p:spPr>
          <a:xfrm>
            <a:off x="1463625" y="834163"/>
            <a:ext cx="90726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50"/>
              <a:buFont typeface="Saira Medium"/>
              <a:buNone/>
            </a:pPr>
            <a:r>
              <a:rPr lang="en-US" sz="295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Existe una brecha real, respaldada por datos de la industria </a:t>
            </a:r>
            <a:endParaRPr sz="295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20" name="Google Shape;720;p5"/>
          <p:cNvSpPr/>
          <p:nvPr/>
        </p:nvSpPr>
        <p:spPr>
          <a:xfrm>
            <a:off x="1914975" y="1701638"/>
            <a:ext cx="81699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Roboto"/>
              <a:buNone/>
            </a:pPr>
            <a:r>
              <a:rPr lang="en-US" sz="13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Ninguna plataforma existente integra </a:t>
            </a:r>
            <a:r>
              <a:rPr b="1" lang="en-US" sz="13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matching por IA de audio</a:t>
            </a:r>
            <a:r>
              <a:rPr lang="en-US" sz="13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, búsqueda por instrumento o rol y publicación de tocatas en el contexto chileno. Bandify aborda este espacio de manera diferenciada y específica.</a:t>
            </a:r>
            <a:endParaRPr sz="1350">
              <a:solidFill>
                <a:srgbClr val="E5E0D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Roboto"/>
              <a:buNone/>
            </a:pPr>
            <a:r>
              <a:rPr lang="en-US" sz="13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Esta oportunidad de mercado justifica técnica y comercialmente el desarrollo de Bandify.</a:t>
            </a:r>
            <a:endParaRPr sz="1350">
              <a:solidFill>
                <a:srgbClr val="E5E0D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5"/>
          <p:cNvSpPr txBox="1"/>
          <p:nvPr/>
        </p:nvSpPr>
        <p:spPr>
          <a:xfrm>
            <a:off x="1487950" y="2745000"/>
            <a:ext cx="8418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00">
                <a:solidFill>
                  <a:schemeClr val="lt1"/>
                </a:solidFill>
                <a:highlight>
                  <a:srgbClr val="E2691D"/>
                </a:highlight>
                <a:latin typeface="Great Vibes"/>
                <a:ea typeface="Great Vibes"/>
                <a:cs typeface="Great Vibes"/>
                <a:sym typeface="Great Vibes"/>
              </a:rPr>
              <a:t>1</a:t>
            </a:r>
            <a:r>
              <a:rPr lang="en-US" sz="8200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.</a:t>
            </a:r>
            <a:endParaRPr sz="8200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722" name="Google Shape;722;p5"/>
          <p:cNvSpPr txBox="1"/>
          <p:nvPr/>
        </p:nvSpPr>
        <p:spPr>
          <a:xfrm>
            <a:off x="2255525" y="2664313"/>
            <a:ext cx="275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Centralización geográfica: 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5"/>
          <p:cNvSpPr txBox="1"/>
          <p:nvPr/>
        </p:nvSpPr>
        <p:spPr>
          <a:xfrm>
            <a:off x="2191325" y="2901975"/>
            <a:ext cx="2886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RM concentra el 64,4% de los eventos en vivo y el 77% de los asistentes a conciertos pagados los recintos menores y las regiones necesitan visibilidad. 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5"/>
          <p:cNvSpPr txBox="1"/>
          <p:nvPr/>
        </p:nvSpPr>
        <p:spPr>
          <a:xfrm>
            <a:off x="1487950" y="4418275"/>
            <a:ext cx="8418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00">
                <a:solidFill>
                  <a:schemeClr val="lt1"/>
                </a:solidFill>
                <a:highlight>
                  <a:schemeClr val="accent2"/>
                </a:highlight>
                <a:latin typeface="Great Vibes"/>
                <a:ea typeface="Great Vibes"/>
                <a:cs typeface="Great Vibes"/>
                <a:sym typeface="Great Vibes"/>
              </a:rPr>
              <a:t>3</a:t>
            </a:r>
            <a:r>
              <a:rPr lang="en-US" sz="8200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.</a:t>
            </a:r>
            <a:endParaRPr sz="8200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725" name="Google Shape;725;p5"/>
          <p:cNvSpPr txBox="1"/>
          <p:nvPr/>
        </p:nvSpPr>
        <p:spPr>
          <a:xfrm>
            <a:off x="2329750" y="4322088"/>
            <a:ext cx="313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Brecha tecnológica: 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5"/>
          <p:cNvSpPr txBox="1"/>
          <p:nvPr/>
        </p:nvSpPr>
        <p:spPr>
          <a:xfrm>
            <a:off x="2329750" y="4599150"/>
            <a:ext cx="2886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37% de los proyectos opera informalmente, mientras el sector valora el Data Science (62%) y las redes sociales (57%) como las herramientas clave del futuro. 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5"/>
          <p:cNvSpPr txBox="1"/>
          <p:nvPr/>
        </p:nvSpPr>
        <p:spPr>
          <a:xfrm>
            <a:off x="6555350" y="2768500"/>
            <a:ext cx="8418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00">
                <a:solidFill>
                  <a:schemeClr val="lt1"/>
                </a:solidFill>
                <a:highlight>
                  <a:schemeClr val="accent2"/>
                </a:highlight>
                <a:latin typeface="Great Vibes"/>
                <a:ea typeface="Great Vibes"/>
                <a:cs typeface="Great Vibes"/>
                <a:sym typeface="Great Vibes"/>
              </a:rPr>
              <a:t>2</a:t>
            </a:r>
            <a:r>
              <a:rPr lang="en-US" sz="8200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.</a:t>
            </a:r>
            <a:endParaRPr sz="8200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728" name="Google Shape;728;p5"/>
          <p:cNvSpPr txBox="1"/>
          <p:nvPr/>
        </p:nvSpPr>
        <p:spPr>
          <a:xfrm>
            <a:off x="7397150" y="2768500"/>
            <a:ext cx="3306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Autogestión y pluriactividad: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5"/>
          <p:cNvSpPr txBox="1"/>
          <p:nvPr/>
        </p:nvSpPr>
        <p:spPr>
          <a:xfrm>
            <a:off x="7397150" y="3079075"/>
            <a:ext cx="2886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95% de las organizaciones del sector son de menor escala (82% microempresas): el músico actúa como su propio productor, sin presupuesto para agencias. 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"/>
          <p:cNvSpPr txBox="1"/>
          <p:nvPr/>
        </p:nvSpPr>
        <p:spPr>
          <a:xfrm>
            <a:off x="6555350" y="4525600"/>
            <a:ext cx="8418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00">
                <a:solidFill>
                  <a:schemeClr val="lt1"/>
                </a:solidFill>
                <a:highlight>
                  <a:schemeClr val="accent2"/>
                </a:highlight>
                <a:latin typeface="Great Vibes"/>
                <a:ea typeface="Great Vibes"/>
                <a:cs typeface="Great Vibes"/>
                <a:sym typeface="Great Vibes"/>
              </a:rPr>
              <a:t>4</a:t>
            </a:r>
            <a:r>
              <a:rPr lang="en-US" sz="8200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.</a:t>
            </a:r>
            <a:endParaRPr sz="8200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731" name="Google Shape;731;p5"/>
          <p:cNvSpPr txBox="1"/>
          <p:nvPr/>
        </p:nvSpPr>
        <p:spPr>
          <a:xfrm>
            <a:off x="7337375" y="4512013"/>
            <a:ext cx="313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Formato single dominante: 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5"/>
          <p:cNvSpPr txBox="1"/>
          <p:nvPr/>
        </p:nvSpPr>
        <p:spPr>
          <a:xfrm>
            <a:off x="7337375" y="4780825"/>
            <a:ext cx="288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77% de la producción reciente son singles y el 98% es producción independiente el demo corto es el input natural del matching por IA. 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3" name="Google Shape;733;p5"/>
          <p:cNvGrpSpPr/>
          <p:nvPr/>
        </p:nvGrpSpPr>
        <p:grpSpPr>
          <a:xfrm rot="-9407222">
            <a:off x="8127368" y="320018"/>
            <a:ext cx="4917648" cy="1232563"/>
            <a:chOff x="-295975" y="3281013"/>
            <a:chExt cx="10437750" cy="1619300"/>
          </a:xfrm>
        </p:grpSpPr>
        <p:sp>
          <p:nvSpPr>
            <p:cNvPr id="734" name="Google Shape;734;p5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35" name="Google Shape;735;p5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36" name="Google Shape;736;p5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37" name="Google Shape;737;p5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38" name="Google Shape;738;p5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739" name="Google Shape;739;p5"/>
          <p:cNvSpPr/>
          <p:nvPr/>
        </p:nvSpPr>
        <p:spPr>
          <a:xfrm>
            <a:off x="4239529" y="1306679"/>
            <a:ext cx="3520800" cy="1920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5"/>
          <p:cNvSpPr txBox="1"/>
          <p:nvPr/>
        </p:nvSpPr>
        <p:spPr>
          <a:xfrm>
            <a:off x="2231200" y="6495825"/>
            <a:ext cx="891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Fuente: Informe de Caracterización de la Industria Musical Chilena (ODMC, 2021) y Estadísticas Culturales (MINCAP, 2024).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3f0a1af8da8_0_117"/>
          <p:cNvSpPr/>
          <p:nvPr/>
        </p:nvSpPr>
        <p:spPr>
          <a:xfrm>
            <a:off x="1559700" y="849113"/>
            <a:ext cx="90726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50"/>
              <a:buFont typeface="Saira Medium"/>
              <a:buNone/>
            </a:pPr>
            <a:r>
              <a:rPr lang="en-US" sz="295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Modelo de Negocio y Propuesta de Valor</a:t>
            </a:r>
            <a:endParaRPr sz="295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47" name="Google Shape;747;g3f0a1af8da8_0_117"/>
          <p:cNvSpPr/>
          <p:nvPr/>
        </p:nvSpPr>
        <p:spPr>
          <a:xfrm>
            <a:off x="2011050" y="1545363"/>
            <a:ext cx="81699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Roboto"/>
              <a:buNone/>
            </a:pPr>
            <a:r>
              <a:rPr lang="en-US" sz="19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Bandify conecta músicos independientes mediante Inteligencia Artificial, facilitando la formación de bandas, la difusión de eventos y la contratación de servicios musicales desde una única plataforma.</a:t>
            </a:r>
            <a:endParaRPr sz="1950">
              <a:solidFill>
                <a:srgbClr val="E5E0D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Roboto"/>
              <a:buNone/>
            </a:pPr>
            <a:r>
              <a:t/>
            </a:r>
            <a:endParaRPr sz="1950">
              <a:solidFill>
                <a:srgbClr val="E5E0D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g3f0a1af8da8_0_117"/>
          <p:cNvSpPr txBox="1"/>
          <p:nvPr/>
        </p:nvSpPr>
        <p:spPr>
          <a:xfrm>
            <a:off x="6997325" y="3463825"/>
            <a:ext cx="4551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49450" spcFirstLastPara="1" rIns="49450" wrap="square" tIns="49450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39">
                <a:solidFill>
                  <a:schemeClr val="lt1"/>
                </a:solidFill>
                <a:highlight>
                  <a:schemeClr val="accent2"/>
                </a:highlight>
                <a:latin typeface="Great Vibes"/>
                <a:ea typeface="Great Vibes"/>
                <a:cs typeface="Great Vibes"/>
                <a:sym typeface="Great Vibes"/>
              </a:rPr>
              <a:t>1</a:t>
            </a:r>
            <a:r>
              <a:rPr lang="en-US" sz="4539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.</a:t>
            </a:r>
            <a:endParaRPr sz="4539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749" name="Google Shape;749;g3f0a1af8da8_0_117"/>
          <p:cNvSpPr txBox="1"/>
          <p:nvPr/>
        </p:nvSpPr>
        <p:spPr>
          <a:xfrm>
            <a:off x="7544800" y="3463825"/>
            <a:ext cx="24360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00" lIns="95200" spcFirstLastPara="1" rIns="95200" wrap="square" tIns="95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 básico (Freemium, SaaS)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g3f0a1af8da8_0_117"/>
          <p:cNvSpPr txBox="1"/>
          <p:nvPr/>
        </p:nvSpPr>
        <p:spPr>
          <a:xfrm>
            <a:off x="6997325" y="4414179"/>
            <a:ext cx="4551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9450" lIns="49450" spcFirstLastPara="1" rIns="49450" wrap="square" tIns="49450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39">
                <a:solidFill>
                  <a:schemeClr val="lt1"/>
                </a:solidFill>
                <a:highlight>
                  <a:schemeClr val="accent2"/>
                </a:highlight>
                <a:latin typeface="Great Vibes"/>
                <a:ea typeface="Great Vibes"/>
                <a:cs typeface="Great Vibes"/>
                <a:sym typeface="Great Vibes"/>
              </a:rPr>
              <a:t>2</a:t>
            </a:r>
            <a:r>
              <a:rPr lang="en-US" sz="4539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.</a:t>
            </a:r>
            <a:endParaRPr sz="4539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751" name="Google Shape;751;g3f0a1af8da8_0_117"/>
          <p:cNvSpPr txBox="1"/>
          <p:nvPr/>
        </p:nvSpPr>
        <p:spPr>
          <a:xfrm>
            <a:off x="6890200" y="2898938"/>
            <a:ext cx="288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E2691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Modelo de ingresos</a:t>
            </a:r>
            <a:endParaRPr sz="2000">
              <a:solidFill>
                <a:srgbClr val="E2691D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grpSp>
        <p:nvGrpSpPr>
          <p:cNvPr id="752" name="Google Shape;752;g3f0a1af8da8_0_117"/>
          <p:cNvGrpSpPr/>
          <p:nvPr/>
        </p:nvGrpSpPr>
        <p:grpSpPr>
          <a:xfrm rot="-9406972">
            <a:off x="8511053" y="191586"/>
            <a:ext cx="4236351" cy="1232563"/>
            <a:chOff x="-295975" y="3281013"/>
            <a:chExt cx="10437750" cy="1619300"/>
          </a:xfrm>
        </p:grpSpPr>
        <p:sp>
          <p:nvSpPr>
            <p:cNvPr id="753" name="Google Shape;753;g3f0a1af8da8_0_117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54" name="Google Shape;754;g3f0a1af8da8_0_117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55" name="Google Shape;755;g3f0a1af8da8_0_117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56" name="Google Shape;756;g3f0a1af8da8_0_117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57" name="Google Shape;757;g3f0a1af8da8_0_117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758" name="Google Shape;758;g3f0a1af8da8_0_117"/>
          <p:cNvSpPr txBox="1"/>
          <p:nvPr/>
        </p:nvSpPr>
        <p:spPr>
          <a:xfrm>
            <a:off x="6997325" y="5425675"/>
            <a:ext cx="4371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475" lIns="47475" spcFirstLastPara="1" rIns="47475" wrap="square" tIns="4747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9">
                <a:solidFill>
                  <a:schemeClr val="lt1"/>
                </a:solidFill>
                <a:highlight>
                  <a:schemeClr val="accent2"/>
                </a:highlight>
                <a:latin typeface="Great Vibes"/>
                <a:ea typeface="Great Vibes"/>
                <a:cs typeface="Great Vibes"/>
                <a:sym typeface="Great Vibes"/>
              </a:rPr>
              <a:t>3</a:t>
            </a:r>
            <a:r>
              <a:rPr lang="en-US" sz="4359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. </a:t>
            </a:r>
            <a:endParaRPr sz="4359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759" name="Google Shape;759;g3f0a1af8da8_0_117"/>
          <p:cNvSpPr txBox="1"/>
          <p:nvPr/>
        </p:nvSpPr>
        <p:spPr>
          <a:xfrm>
            <a:off x="7544804" y="4489046"/>
            <a:ext cx="2338500" cy="6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1275" lIns="71275" spcFirstLastPara="1" rIns="71275" wrap="square" tIns="71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Suscripción mensual (Premium, $2.990)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g3f0a1af8da8_0_117"/>
          <p:cNvSpPr txBox="1"/>
          <p:nvPr/>
        </p:nvSpPr>
        <p:spPr>
          <a:xfrm>
            <a:off x="7447300" y="5434225"/>
            <a:ext cx="2533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Comisión del 5% por venta de entradas 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61" name="Google Shape;761;g3f0a1af8da8_0_117"/>
          <p:cNvGraphicFramePr/>
          <p:nvPr/>
        </p:nvGraphicFramePr>
        <p:xfrm>
          <a:off x="1638350" y="305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{8A5CCA73-8A36-4F77-B9B6-E3B8CAD8900F}</a:tableStyleId>
              </a:tblPr>
              <a:tblGrid>
                <a:gridCol w="1971075"/>
                <a:gridCol w="2170450"/>
              </a:tblGrid>
              <a:tr h="37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Antes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40000" marR="90000" marL="90000" anchor="ctr">
                    <a:solidFill>
                      <a:srgbClr val="FC83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Después</a:t>
                      </a:r>
                      <a:endParaRPr sz="1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40000" marR="90000" marL="90000" anchor="ctr">
                    <a:solidFill>
                      <a:srgbClr val="FC8337"/>
                    </a:solidFill>
                  </a:tcPr>
                </a:tc>
              </a:tr>
              <a:tr h="991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50">
                          <a:solidFill>
                            <a:srgbClr val="E5E0D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Búsqueda manual en redes sociales </a:t>
                      </a:r>
                      <a:endParaRPr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40000" marR="90000" marL="90000" anchor="ctr">
                    <a:solidFill>
                      <a:srgbClr val="1A0E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50">
                          <a:solidFill>
                            <a:srgbClr val="E5E0D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Matching inteligente mediante IA </a:t>
                      </a:r>
                      <a:endParaRPr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40000" marR="90000" marL="90000" anchor="ctr">
                    <a:solidFill>
                      <a:srgbClr val="1A0E05"/>
                    </a:solidFill>
                  </a:tcPr>
                </a:tc>
              </a:tr>
              <a:tr h="77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50">
                          <a:solidFill>
                            <a:srgbClr val="E5E0D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Difusión dispersa de eventos </a:t>
                      </a:r>
                      <a:endParaRPr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40000" marR="90000" marL="90000" anchor="ctr">
                    <a:solidFill>
                      <a:srgbClr val="2A170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50">
                          <a:solidFill>
                            <a:srgbClr val="E5E0D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Cartelera centralizada </a:t>
                      </a:r>
                      <a:endParaRPr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40000" marR="90000" marL="90000" anchor="ctr">
                    <a:solidFill>
                      <a:srgbClr val="2A1707"/>
                    </a:solidFill>
                  </a:tcPr>
                </a:tc>
              </a:tr>
              <a:tr h="77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50">
                          <a:solidFill>
                            <a:srgbClr val="E5E0D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Contratación por referencias </a:t>
                      </a:r>
                      <a:endParaRPr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40000" marR="90000" marL="90000" anchor="ctr">
                    <a:solidFill>
                      <a:srgbClr val="1A0E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50">
                          <a:solidFill>
                            <a:srgbClr val="E5E0D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Perfiles con demos y compatibilidad </a:t>
                      </a:r>
                      <a:endParaRPr sz="2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40000" marR="90000" marL="90000" anchor="ctr">
                    <a:solidFill>
                      <a:srgbClr val="1A0E05"/>
                    </a:solidFill>
                  </a:tcPr>
                </a:tc>
              </a:tr>
            </a:tbl>
          </a:graphicData>
        </a:graphic>
      </p:graphicFrame>
      <p:sp>
        <p:nvSpPr>
          <p:cNvPr id="762" name="Google Shape;762;g3f0a1af8da8_0_117"/>
          <p:cNvSpPr/>
          <p:nvPr/>
        </p:nvSpPr>
        <p:spPr>
          <a:xfrm>
            <a:off x="4239529" y="1306679"/>
            <a:ext cx="3520800" cy="1920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"/>
          <p:cNvSpPr/>
          <p:nvPr/>
        </p:nvSpPr>
        <p:spPr>
          <a:xfrm>
            <a:off x="661475" y="654745"/>
            <a:ext cx="1300130" cy="355203"/>
          </a:xfrm>
          <a:prstGeom prst="roundRect">
            <a:avLst>
              <a:gd fmla="val 38314" name="adj"/>
            </a:avLst>
          </a:prstGeom>
          <a:solidFill>
            <a:srgbClr val="4B1E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6"/>
          <p:cNvSpPr/>
          <p:nvPr/>
        </p:nvSpPr>
        <p:spPr>
          <a:xfrm>
            <a:off x="774879" y="711398"/>
            <a:ext cx="16830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Roboto"/>
              <a:buNone/>
            </a:pPr>
            <a:r>
              <a:rPr lang="en-US" sz="11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03 · OBJETIVOS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6"/>
          <p:cNvSpPr/>
          <p:nvPr/>
        </p:nvSpPr>
        <p:spPr>
          <a:xfrm>
            <a:off x="661475" y="1085552"/>
            <a:ext cx="6518806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Saira Medium"/>
              <a:buNone/>
            </a:pPr>
            <a:r>
              <a:rPr lang="en-US" sz="37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Objetivo General (SMART)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1" name="Google Shape;771;p6"/>
          <p:cNvSpPr/>
          <p:nvPr/>
        </p:nvSpPr>
        <p:spPr>
          <a:xfrm>
            <a:off x="661475" y="1959670"/>
            <a:ext cx="10868745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"/>
              <a:buNone/>
            </a:pPr>
            <a:r>
              <a:rPr lang="en-US" sz="17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Desarrollar e implementar Bandify, una plataforma web Cloud que facilita la búsqueda de colaboradores musicales para músicos independientes chilenos mediante Inteligencia Artificial, incorporando gestión de eventos, autenticación segura y arquitectura de microservicios, entregando un producto funcional, seguro y validado al cierre del semestre académico. 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6"/>
          <p:cNvSpPr/>
          <p:nvPr/>
        </p:nvSpPr>
        <p:spPr>
          <a:xfrm>
            <a:off x="661475" y="3079552"/>
            <a:ext cx="10868745" cy="3123605"/>
          </a:xfrm>
          <a:prstGeom prst="roundRect">
            <a:avLst>
              <a:gd fmla="val 5446" name="adj"/>
            </a:avLst>
          </a:prstGeom>
          <a:solidFill>
            <a:srgbClr val="030303"/>
          </a:solidFill>
          <a:ln cap="flat" cmpd="sng" w="19050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6"/>
          <p:cNvSpPr/>
          <p:nvPr/>
        </p:nvSpPr>
        <p:spPr>
          <a:xfrm>
            <a:off x="680524" y="3098602"/>
            <a:ext cx="3610182" cy="1693962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6"/>
          <p:cNvSpPr/>
          <p:nvPr/>
        </p:nvSpPr>
        <p:spPr>
          <a:xfrm>
            <a:off x="869531" y="3287613"/>
            <a:ext cx="236263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Saira Medium"/>
              <a:buNone/>
            </a:pPr>
            <a:r>
              <a:rPr lang="en-US" sz="1850">
                <a:solidFill>
                  <a:srgbClr val="E5E0D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Específico</a:t>
            </a:r>
            <a:endParaRPr sz="185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775" name="Google Shape;775;p6"/>
          <p:cNvSpPr/>
          <p:nvPr/>
        </p:nvSpPr>
        <p:spPr>
          <a:xfrm>
            <a:off x="869531" y="3696295"/>
            <a:ext cx="3232168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"/>
              <a:buNone/>
            </a:pPr>
            <a:r>
              <a:rPr lang="en-US" sz="16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Matching musical basado en análisis de audio para músicos independientes chilenos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6"/>
          <p:cNvSpPr/>
          <p:nvPr/>
        </p:nvSpPr>
        <p:spPr>
          <a:xfrm>
            <a:off x="4290707" y="3098602"/>
            <a:ext cx="3610182" cy="1693962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6"/>
          <p:cNvSpPr/>
          <p:nvPr/>
        </p:nvSpPr>
        <p:spPr>
          <a:xfrm>
            <a:off x="4290707" y="3098602"/>
            <a:ext cx="25399" cy="1693962"/>
          </a:xfrm>
          <a:prstGeom prst="roundRect">
            <a:avLst>
              <a:gd fmla="val 669778" name="adj"/>
            </a:avLst>
          </a:prstGeom>
          <a:solidFill>
            <a:srgbClr val="E269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6"/>
          <p:cNvSpPr/>
          <p:nvPr/>
        </p:nvSpPr>
        <p:spPr>
          <a:xfrm>
            <a:off x="4479714" y="3287613"/>
            <a:ext cx="236263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Saira Medium"/>
              <a:buNone/>
            </a:pPr>
            <a:r>
              <a:rPr lang="en-US" sz="1850">
                <a:solidFill>
                  <a:srgbClr val="E5E0D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Medible</a:t>
            </a:r>
            <a:endParaRPr sz="185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779" name="Google Shape;779;p6"/>
          <p:cNvSpPr/>
          <p:nvPr/>
        </p:nvSpPr>
        <p:spPr>
          <a:xfrm>
            <a:off x="4479714" y="3696295"/>
            <a:ext cx="3232168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"/>
              <a:buNone/>
            </a:pPr>
            <a:r>
              <a:rPr lang="en-US" sz="16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27 variables del audio (MFCC, Chroma, tempo, energía) cuantifican el % de compatibilidad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6"/>
          <p:cNvSpPr/>
          <p:nvPr/>
        </p:nvSpPr>
        <p:spPr>
          <a:xfrm>
            <a:off x="7900889" y="3098602"/>
            <a:ext cx="3610282" cy="1693962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6"/>
          <p:cNvSpPr/>
          <p:nvPr/>
        </p:nvSpPr>
        <p:spPr>
          <a:xfrm>
            <a:off x="7900889" y="3098602"/>
            <a:ext cx="25399" cy="1693962"/>
          </a:xfrm>
          <a:prstGeom prst="roundRect">
            <a:avLst>
              <a:gd fmla="val 669778" name="adj"/>
            </a:avLst>
          </a:prstGeom>
          <a:solidFill>
            <a:srgbClr val="E269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6"/>
          <p:cNvSpPr/>
          <p:nvPr/>
        </p:nvSpPr>
        <p:spPr>
          <a:xfrm>
            <a:off x="8089896" y="3287613"/>
            <a:ext cx="236263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Saira Medium"/>
              <a:buNone/>
            </a:pPr>
            <a:r>
              <a:rPr lang="en-US" sz="1850">
                <a:solidFill>
                  <a:srgbClr val="E5E0D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Alcanzable</a:t>
            </a:r>
            <a:endParaRPr sz="185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783" name="Google Shape;783;p6"/>
          <p:cNvSpPr/>
          <p:nvPr/>
        </p:nvSpPr>
        <p:spPr>
          <a:xfrm>
            <a:off x="8089896" y="3696295"/>
            <a:ext cx="3232268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"/>
              <a:buNone/>
            </a:pPr>
            <a:r>
              <a:rPr lang="en-US" sz="16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Equipo de 3 integrantes, presupuesto $0 CLP y capas Cloud gratuitas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6"/>
          <p:cNvSpPr/>
          <p:nvPr/>
        </p:nvSpPr>
        <p:spPr>
          <a:xfrm>
            <a:off x="680524" y="4792563"/>
            <a:ext cx="5415323" cy="1391543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6"/>
          <p:cNvSpPr/>
          <p:nvPr/>
        </p:nvSpPr>
        <p:spPr>
          <a:xfrm>
            <a:off x="680524" y="4792563"/>
            <a:ext cx="5415323" cy="25400"/>
          </a:xfrm>
          <a:prstGeom prst="roundRect">
            <a:avLst>
              <a:gd fmla="val 669751" name="adj"/>
            </a:avLst>
          </a:prstGeom>
          <a:solidFill>
            <a:srgbClr val="E269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6"/>
          <p:cNvSpPr/>
          <p:nvPr/>
        </p:nvSpPr>
        <p:spPr>
          <a:xfrm>
            <a:off x="869531" y="4981575"/>
            <a:ext cx="236263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Saira Medium"/>
              <a:buNone/>
            </a:pPr>
            <a:r>
              <a:rPr lang="en-US" sz="1850">
                <a:solidFill>
                  <a:srgbClr val="E5E0D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Relevante</a:t>
            </a:r>
            <a:endParaRPr sz="185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787" name="Google Shape;787;p6"/>
          <p:cNvSpPr/>
          <p:nvPr/>
        </p:nvSpPr>
        <p:spPr>
          <a:xfrm>
            <a:off x="869531" y="5390257"/>
            <a:ext cx="5037309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"/>
              <a:buNone/>
            </a:pPr>
            <a:r>
              <a:rPr lang="en-US" sz="16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95% de las organizaciones del sector son de menor escala, sin herramientas tecnológicas especializadas (ODMC 2021) 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6"/>
          <p:cNvSpPr/>
          <p:nvPr/>
        </p:nvSpPr>
        <p:spPr>
          <a:xfrm>
            <a:off x="6095848" y="4792563"/>
            <a:ext cx="5415323" cy="1391543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6"/>
          <p:cNvSpPr/>
          <p:nvPr/>
        </p:nvSpPr>
        <p:spPr>
          <a:xfrm>
            <a:off x="6095848" y="4792563"/>
            <a:ext cx="25399" cy="1391543"/>
          </a:xfrm>
          <a:prstGeom prst="roundRect">
            <a:avLst>
              <a:gd fmla="val 669778" name="adj"/>
            </a:avLst>
          </a:prstGeom>
          <a:solidFill>
            <a:srgbClr val="E269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6"/>
          <p:cNvSpPr/>
          <p:nvPr/>
        </p:nvSpPr>
        <p:spPr>
          <a:xfrm>
            <a:off x="6095848" y="4792563"/>
            <a:ext cx="5415323" cy="25400"/>
          </a:xfrm>
          <a:prstGeom prst="roundRect">
            <a:avLst>
              <a:gd fmla="val 669751" name="adj"/>
            </a:avLst>
          </a:prstGeom>
          <a:solidFill>
            <a:srgbClr val="E269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6"/>
          <p:cNvSpPr/>
          <p:nvPr/>
        </p:nvSpPr>
        <p:spPr>
          <a:xfrm>
            <a:off x="6284854" y="4981575"/>
            <a:ext cx="236263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Saira Medium"/>
              <a:buNone/>
            </a:pPr>
            <a:r>
              <a:rPr lang="en-US" sz="1850">
                <a:solidFill>
                  <a:srgbClr val="E5E0D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Temporal</a:t>
            </a:r>
            <a:endParaRPr sz="185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792" name="Google Shape;792;p6"/>
          <p:cNvSpPr/>
          <p:nvPr/>
        </p:nvSpPr>
        <p:spPr>
          <a:xfrm>
            <a:off x="6284854" y="5390257"/>
            <a:ext cx="5037309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"/>
              <a:buNone/>
            </a:pPr>
            <a:r>
              <a:rPr lang="en-US" sz="1650">
                <a:solidFill>
                  <a:srgbClr val="E5E0D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18 semanas académicas, MVP funcional en S11 y defensa final en S17-18</a:t>
            </a:r>
            <a:endParaRPr sz="1650">
              <a:solidFill>
                <a:schemeClr val="dk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793" name="Google Shape;793;p6"/>
          <p:cNvSpPr/>
          <p:nvPr/>
        </p:nvSpPr>
        <p:spPr>
          <a:xfrm>
            <a:off x="661479" y="1751804"/>
            <a:ext cx="3520800" cy="1920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7"/>
          <p:cNvSpPr/>
          <p:nvPr/>
        </p:nvSpPr>
        <p:spPr>
          <a:xfrm>
            <a:off x="661475" y="538254"/>
            <a:ext cx="98871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50"/>
              <a:buFont typeface="Saira Medium"/>
              <a:buNone/>
            </a:pPr>
            <a:r>
              <a:rPr lang="en-US" sz="295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Motor </a:t>
            </a:r>
            <a:r>
              <a:rPr lang="en-US" sz="295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de Matching por IA</a:t>
            </a:r>
            <a:endParaRPr sz="295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00" name="Google Shape;800;p7"/>
          <p:cNvSpPr/>
          <p:nvPr/>
        </p:nvSpPr>
        <p:spPr>
          <a:xfrm>
            <a:off x="661475" y="1281850"/>
            <a:ext cx="95841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Saira Medium"/>
              <a:buNone/>
            </a:pPr>
            <a:r>
              <a:rPr lang="en-US" sz="2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OE1 - </a:t>
            </a:r>
            <a:r>
              <a:rPr lang="en-US" sz="2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Motor de Matching por Demo de Audio:  Implementar un motor de matching musical basado en IA que analice demos de audio mediante Librosa, extrayendo 27 dimensiones acústicas (MFCC, Chroma, tempo, energía) y calculando compatibilidad por similitud coseno en pgvector.</a:t>
            </a:r>
            <a:endParaRPr sz="2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Saira Medium"/>
              <a:buNone/>
            </a:pPr>
            <a:r>
              <a:t/>
            </a:r>
            <a:endParaRPr sz="22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7"/>
          <p:cNvSpPr txBox="1"/>
          <p:nvPr/>
        </p:nvSpPr>
        <p:spPr>
          <a:xfrm>
            <a:off x="1646200" y="2923000"/>
            <a:ext cx="8418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00">
                <a:solidFill>
                  <a:schemeClr val="lt1"/>
                </a:solidFill>
                <a:highlight>
                  <a:srgbClr val="E2691D"/>
                </a:highlight>
                <a:latin typeface="Great Vibes"/>
                <a:ea typeface="Great Vibes"/>
                <a:cs typeface="Great Vibes"/>
                <a:sym typeface="Great Vibes"/>
              </a:rPr>
              <a:t>1</a:t>
            </a:r>
            <a:r>
              <a:rPr lang="en-US" sz="8200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.</a:t>
            </a:r>
            <a:endParaRPr sz="8200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802" name="Google Shape;802;p7"/>
          <p:cNvSpPr txBox="1"/>
          <p:nvPr/>
        </p:nvSpPr>
        <p:spPr>
          <a:xfrm>
            <a:off x="2460328" y="2914800"/>
            <a:ext cx="3456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Subida del demo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7"/>
          <p:cNvSpPr txBox="1"/>
          <p:nvPr/>
        </p:nvSpPr>
        <p:spPr>
          <a:xfrm>
            <a:off x="2506823" y="3309810"/>
            <a:ext cx="3617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Mp3/wav (60 MB, 100 MB Premium) Va directo a AWS S3 via presigned URL sin pasar por el servidor.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7"/>
          <p:cNvSpPr txBox="1"/>
          <p:nvPr/>
        </p:nvSpPr>
        <p:spPr>
          <a:xfrm>
            <a:off x="1646200" y="4596275"/>
            <a:ext cx="8418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00">
                <a:solidFill>
                  <a:schemeClr val="lt1"/>
                </a:solidFill>
                <a:highlight>
                  <a:schemeClr val="accent2"/>
                </a:highlight>
                <a:latin typeface="Great Vibes"/>
                <a:ea typeface="Great Vibes"/>
                <a:cs typeface="Great Vibes"/>
                <a:sym typeface="Great Vibes"/>
              </a:rPr>
              <a:t>3</a:t>
            </a:r>
            <a:r>
              <a:rPr lang="en-US" sz="8200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.</a:t>
            </a:r>
            <a:endParaRPr sz="8200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805" name="Google Shape;805;p7"/>
          <p:cNvSpPr txBox="1"/>
          <p:nvPr/>
        </p:nvSpPr>
        <p:spPr>
          <a:xfrm>
            <a:off x="2506825" y="4596279"/>
            <a:ext cx="3456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Vector en pgvector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7"/>
          <p:cNvSpPr txBox="1"/>
          <p:nvPr/>
        </p:nvSpPr>
        <p:spPr>
          <a:xfrm>
            <a:off x="2506823" y="4975527"/>
            <a:ext cx="3363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vector de 27 dims se guarda en PostgreSQL con extensión pgvector. 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7"/>
          <p:cNvSpPr txBox="1"/>
          <p:nvPr/>
        </p:nvSpPr>
        <p:spPr>
          <a:xfrm>
            <a:off x="6713600" y="2839175"/>
            <a:ext cx="8418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00">
                <a:solidFill>
                  <a:schemeClr val="lt1"/>
                </a:solidFill>
                <a:highlight>
                  <a:schemeClr val="accent2"/>
                </a:highlight>
                <a:latin typeface="Great Vibes"/>
                <a:ea typeface="Great Vibes"/>
                <a:cs typeface="Great Vibes"/>
                <a:sym typeface="Great Vibes"/>
              </a:rPr>
              <a:t>2</a:t>
            </a:r>
            <a:r>
              <a:rPr lang="en-US" sz="8200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.</a:t>
            </a:r>
            <a:endParaRPr sz="8200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808" name="Google Shape;808;p7"/>
          <p:cNvSpPr txBox="1"/>
          <p:nvPr/>
        </p:nvSpPr>
        <p:spPr>
          <a:xfrm>
            <a:off x="7564279" y="2784000"/>
            <a:ext cx="3815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Análisis con Librosa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7"/>
          <p:cNvSpPr txBox="1"/>
          <p:nvPr/>
        </p:nvSpPr>
        <p:spPr>
          <a:xfrm>
            <a:off x="7564279" y="3094411"/>
            <a:ext cx="3231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Python extrae 27 dimensiones: 13 MFCC (timbre/textura), 12 Chroma (armonía/tonalidad), tempo y energía.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7"/>
          <p:cNvSpPr txBox="1"/>
          <p:nvPr/>
        </p:nvSpPr>
        <p:spPr>
          <a:xfrm>
            <a:off x="6713600" y="4596275"/>
            <a:ext cx="8418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00">
                <a:solidFill>
                  <a:schemeClr val="lt1"/>
                </a:solidFill>
                <a:highlight>
                  <a:schemeClr val="accent2"/>
                </a:highlight>
                <a:latin typeface="Great Vibes"/>
                <a:ea typeface="Great Vibes"/>
                <a:cs typeface="Great Vibes"/>
                <a:sym typeface="Great Vibes"/>
              </a:rPr>
              <a:t>4</a:t>
            </a:r>
            <a:r>
              <a:rPr lang="en-US" sz="8200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.</a:t>
            </a:r>
            <a:endParaRPr sz="8200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811" name="Google Shape;811;p7"/>
          <p:cNvSpPr txBox="1"/>
          <p:nvPr/>
        </p:nvSpPr>
        <p:spPr>
          <a:xfrm>
            <a:off x="7481175" y="4403907"/>
            <a:ext cx="3508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Compatibilidad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7"/>
          <p:cNvSpPr txBox="1"/>
          <p:nvPr/>
        </p:nvSpPr>
        <p:spPr>
          <a:xfrm>
            <a:off x="7481179" y="4752331"/>
            <a:ext cx="3815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base de datos cruza matemáticamente las huellas sonoras al instante. Al ser una operación de solo lectura, permite múltiples búsquedas simultáneas sin sobrecargar el servidor con nuevos análisis. 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7"/>
          <p:cNvSpPr/>
          <p:nvPr/>
        </p:nvSpPr>
        <p:spPr>
          <a:xfrm>
            <a:off x="661479" y="991554"/>
            <a:ext cx="3520800" cy="1920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f0a1af8da8_0_72"/>
          <p:cNvSpPr/>
          <p:nvPr/>
        </p:nvSpPr>
        <p:spPr>
          <a:xfrm>
            <a:off x="-1551425" y="883354"/>
            <a:ext cx="98871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50"/>
              <a:buFont typeface="Saira Medium"/>
              <a:buNone/>
            </a:pPr>
            <a:r>
              <a:rPr lang="en-US" sz="295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OE2: Módulo de Tocatas y Eventos Locales </a:t>
            </a:r>
            <a:endParaRPr sz="295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0" name="Google Shape;820;g3f0a1af8da8_0_72"/>
          <p:cNvSpPr/>
          <p:nvPr/>
        </p:nvSpPr>
        <p:spPr>
          <a:xfrm>
            <a:off x="798625" y="1895275"/>
            <a:ext cx="59883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Saira Medium"/>
              <a:buNone/>
            </a:pPr>
            <a:r>
              <a:rPr lang="en-US" sz="1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un módulo de gestión y difusión de tocatas con mapa interactivo, filtros dinámicos y notificaciones, que permita a organizadores publicar eventos y a músicos descubrirlos de forma autogestionada.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g3f0a1af8da8_0_72"/>
          <p:cNvSpPr/>
          <p:nvPr/>
        </p:nvSpPr>
        <p:spPr>
          <a:xfrm>
            <a:off x="1527325" y="3647975"/>
            <a:ext cx="4135200" cy="26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Roboto"/>
              <a:buNone/>
            </a:pPr>
            <a:r>
              <a:rPr lang="en-US" sz="1350">
                <a:solidFill>
                  <a:srgbClr val="E5E0D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Mapa Interactivo: Integración de Leaflet.js y OpenStreetMap para visualización geográfica sin costos de API.</a:t>
            </a:r>
            <a:endParaRPr sz="1350">
              <a:solidFill>
                <a:srgbClr val="E5E0D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Roboto"/>
              <a:buNone/>
            </a:pPr>
            <a:r>
              <a:t/>
            </a:r>
            <a:endParaRPr sz="1350">
              <a:solidFill>
                <a:srgbClr val="E5E0D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Roboto"/>
              <a:buNone/>
            </a:pPr>
            <a:r>
              <a:rPr lang="en-US" sz="1350">
                <a:solidFill>
                  <a:srgbClr val="E5E0D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Gestión Autogestionada: Organizadores publican y músicos descubran tocatas.</a:t>
            </a:r>
            <a:endParaRPr sz="1350">
              <a:solidFill>
                <a:srgbClr val="E5E0D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Roboto"/>
              <a:buNone/>
            </a:pPr>
            <a:r>
              <a:t/>
            </a:r>
            <a:endParaRPr sz="1350">
              <a:solidFill>
                <a:srgbClr val="E5E0D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Roboto"/>
              <a:buNone/>
            </a:pPr>
            <a:r>
              <a:rPr lang="en-US" sz="1350">
                <a:solidFill>
                  <a:srgbClr val="E5E0D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Filtros Dinámicos.</a:t>
            </a:r>
            <a:endParaRPr sz="1350">
              <a:solidFill>
                <a:srgbClr val="E5E0D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Roboto"/>
              <a:buNone/>
            </a:pPr>
            <a:r>
              <a:t/>
            </a:r>
            <a:endParaRPr sz="1350">
              <a:solidFill>
                <a:srgbClr val="E5E0D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Roboto"/>
              <a:buNone/>
            </a:pPr>
            <a:r>
              <a:rPr lang="en-US" sz="1350">
                <a:solidFill>
                  <a:srgbClr val="E5E0D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Conexión Activa: Sistema de notificaciones in-app que alerta sobre oportunidades relevantes en la zona.</a:t>
            </a:r>
            <a:endParaRPr sz="1350">
              <a:solidFill>
                <a:srgbClr val="E5E0D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822" name="Google Shape;822;g3f0a1af8da8_0_72"/>
          <p:cNvSpPr/>
          <p:nvPr/>
        </p:nvSpPr>
        <p:spPr>
          <a:xfrm>
            <a:off x="1192575" y="3786025"/>
            <a:ext cx="173400" cy="1740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2691D"/>
              </a:solidFill>
            </a:endParaRPr>
          </a:p>
        </p:txBody>
      </p:sp>
      <p:sp>
        <p:nvSpPr>
          <p:cNvPr id="823" name="Google Shape;823;g3f0a1af8da8_0_72"/>
          <p:cNvSpPr/>
          <p:nvPr/>
        </p:nvSpPr>
        <p:spPr>
          <a:xfrm>
            <a:off x="1180900" y="4747075"/>
            <a:ext cx="173400" cy="1740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2691D"/>
              </a:solidFill>
            </a:endParaRPr>
          </a:p>
        </p:txBody>
      </p:sp>
      <p:sp>
        <p:nvSpPr>
          <p:cNvPr id="824" name="Google Shape;824;g3f0a1af8da8_0_72"/>
          <p:cNvSpPr/>
          <p:nvPr/>
        </p:nvSpPr>
        <p:spPr>
          <a:xfrm>
            <a:off x="1204225" y="5378275"/>
            <a:ext cx="173400" cy="1740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2691D"/>
              </a:solidFill>
            </a:endParaRPr>
          </a:p>
        </p:txBody>
      </p:sp>
      <p:sp>
        <p:nvSpPr>
          <p:cNvPr id="825" name="Google Shape;825;g3f0a1af8da8_0_72"/>
          <p:cNvSpPr/>
          <p:nvPr/>
        </p:nvSpPr>
        <p:spPr>
          <a:xfrm>
            <a:off x="1204225" y="6009475"/>
            <a:ext cx="173400" cy="1740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2691D"/>
              </a:solidFill>
            </a:endParaRPr>
          </a:p>
        </p:txBody>
      </p:sp>
      <p:pic>
        <p:nvPicPr>
          <p:cNvPr id="826" name="Google Shape;826;g3f0a1af8da8_0_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6052" y="1542927"/>
            <a:ext cx="4598875" cy="446655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g3f0a1af8da8_0_72"/>
          <p:cNvSpPr/>
          <p:nvPr/>
        </p:nvSpPr>
        <p:spPr>
          <a:xfrm>
            <a:off x="647679" y="1336654"/>
            <a:ext cx="3520800" cy="1920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8" name="Google Shape;828;g3f0a1af8da8_0_72"/>
          <p:cNvGrpSpPr/>
          <p:nvPr/>
        </p:nvGrpSpPr>
        <p:grpSpPr>
          <a:xfrm rot="-9407222">
            <a:off x="8127368" y="320018"/>
            <a:ext cx="4917648" cy="1232563"/>
            <a:chOff x="-295975" y="3281013"/>
            <a:chExt cx="10437750" cy="1619300"/>
          </a:xfrm>
        </p:grpSpPr>
        <p:sp>
          <p:nvSpPr>
            <p:cNvPr id="829" name="Google Shape;829;g3f0a1af8da8_0_72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30" name="Google Shape;830;g3f0a1af8da8_0_72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31" name="Google Shape;831;g3f0a1af8da8_0_72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32" name="Google Shape;832;g3f0a1af8da8_0_72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33" name="Google Shape;833;g3f0a1af8da8_0_72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8"/>
          <p:cNvSpPr/>
          <p:nvPr/>
        </p:nvSpPr>
        <p:spPr>
          <a:xfrm>
            <a:off x="661475" y="811113"/>
            <a:ext cx="2043954" cy="308868"/>
          </a:xfrm>
          <a:prstGeom prst="roundRect">
            <a:avLst>
              <a:gd fmla="val 39656" name="adj"/>
            </a:avLst>
          </a:prstGeom>
          <a:solidFill>
            <a:srgbClr val="4B1E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8"/>
          <p:cNvSpPr/>
          <p:nvPr/>
        </p:nvSpPr>
        <p:spPr>
          <a:xfrm>
            <a:off x="763469" y="862112"/>
            <a:ext cx="2449550" cy="206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Roboto"/>
              <a:buNone/>
            </a:pPr>
            <a:r>
              <a:rPr lang="en-US" sz="10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04 · ALCANCE DEL PROYECTO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8"/>
          <p:cNvSpPr/>
          <p:nvPr/>
        </p:nvSpPr>
        <p:spPr>
          <a:xfrm>
            <a:off x="2014388" y="1097949"/>
            <a:ext cx="81633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Saira Medium"/>
              <a:buNone/>
            </a:pPr>
            <a:r>
              <a:rPr lang="en-US" sz="3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Entregables, supuestos y restricciones</a:t>
            </a:r>
            <a:endParaRPr sz="3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42" name="Google Shape;842;p8"/>
          <p:cNvSpPr/>
          <p:nvPr/>
        </p:nvSpPr>
        <p:spPr>
          <a:xfrm>
            <a:off x="456225" y="2256800"/>
            <a:ext cx="5471700" cy="1794600"/>
          </a:xfrm>
          <a:prstGeom prst="roundRect">
            <a:avLst>
              <a:gd fmla="val 5968" name="adj"/>
            </a:avLst>
          </a:prstGeom>
          <a:solidFill>
            <a:srgbClr val="FC8337">
              <a:alpha val="7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8"/>
          <p:cNvSpPr/>
          <p:nvPr/>
        </p:nvSpPr>
        <p:spPr>
          <a:xfrm>
            <a:off x="626274" y="2362939"/>
            <a:ext cx="27360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Saira Medium"/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Entregables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8"/>
          <p:cNvSpPr/>
          <p:nvPr/>
        </p:nvSpPr>
        <p:spPr>
          <a:xfrm>
            <a:off x="626174" y="2653211"/>
            <a:ext cx="5131800" cy="1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768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Aplicación web desplegada en la nube con URL pública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Repositorio GitHub</a:t>
            </a:r>
            <a:r>
              <a:rPr lang="en-US" sz="1500">
                <a:latin typeface="Calibri"/>
                <a:ea typeface="Calibri"/>
                <a:cs typeface="Calibri"/>
                <a:sym typeface="Calibri"/>
              </a:rPr>
              <a:t> (Monorepo)</a:t>
            </a: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 historial de cambios activo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Documentación técnica: UML, MER, arquitectura y manual de uso.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Informe final: 3 avances + defensa final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8"/>
          <p:cNvSpPr/>
          <p:nvPr/>
        </p:nvSpPr>
        <p:spPr>
          <a:xfrm>
            <a:off x="6309659" y="2095500"/>
            <a:ext cx="2735988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aira Medium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Supuestos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8"/>
          <p:cNvSpPr/>
          <p:nvPr/>
        </p:nvSpPr>
        <p:spPr>
          <a:xfrm>
            <a:off x="6309659" y="2399514"/>
            <a:ext cx="5226900" cy="14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768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Al menos 5  músicos reales para validar el sistema de matching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Disponibilidad de las capas gratuitas de AWS S3, Railway y Vercel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Diseño de base de datos flexible para el versionamiento de embeddings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Recomendación híbrida: audio + metadata declarada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8"/>
          <p:cNvSpPr/>
          <p:nvPr/>
        </p:nvSpPr>
        <p:spPr>
          <a:xfrm>
            <a:off x="6309659" y="4274052"/>
            <a:ext cx="27360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aira Medium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Restricciones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8"/>
          <p:cNvSpPr/>
          <p:nvPr/>
        </p:nvSpPr>
        <p:spPr>
          <a:xfrm>
            <a:off x="6309659" y="4539754"/>
            <a:ext cx="5226911" cy="1453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768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Presupuesto de $0 CLP — uso exclusivo de capas gratuitas en la nube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18 semanas con hitos fijos (Exp1 S4, Exp2 S11-12, Exp3 S15)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Calibri"/>
              <a:buChar char="•"/>
            </a:pPr>
            <a:r>
              <a:rPr lang="en-US" sz="15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MercadoPago Sandbox — sin recaudación real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8"/>
          <p:cNvSpPr/>
          <p:nvPr/>
        </p:nvSpPr>
        <p:spPr>
          <a:xfrm>
            <a:off x="4143679" y="1610379"/>
            <a:ext cx="3520800" cy="1920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0" name="Google Shape;850;p8"/>
          <p:cNvGrpSpPr/>
          <p:nvPr/>
        </p:nvGrpSpPr>
        <p:grpSpPr>
          <a:xfrm rot="-9685528">
            <a:off x="6450975" y="45704"/>
            <a:ext cx="6638730" cy="1232601"/>
            <a:chOff x="-295975" y="3281013"/>
            <a:chExt cx="10437750" cy="1619300"/>
          </a:xfrm>
        </p:grpSpPr>
        <p:sp>
          <p:nvSpPr>
            <p:cNvPr id="851" name="Google Shape;851;p8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52" name="Google Shape;852;p8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53" name="Google Shape;853;p8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54" name="Google Shape;854;p8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55" name="Google Shape;855;p8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856" name="Google Shape;856;p8"/>
          <p:cNvGrpSpPr/>
          <p:nvPr/>
        </p:nvGrpSpPr>
        <p:grpSpPr>
          <a:xfrm>
            <a:off x="1642638" y="4303755"/>
            <a:ext cx="3098867" cy="2253342"/>
            <a:chOff x="331763" y="414153"/>
            <a:chExt cx="6903246" cy="5019697"/>
          </a:xfrm>
        </p:grpSpPr>
        <p:sp>
          <p:nvSpPr>
            <p:cNvPr id="857" name="Google Shape;857;p8"/>
            <p:cNvSpPr/>
            <p:nvPr/>
          </p:nvSpPr>
          <p:spPr>
            <a:xfrm>
              <a:off x="2953125" y="4725150"/>
              <a:ext cx="1660725" cy="708700"/>
            </a:xfrm>
            <a:custGeom>
              <a:rect b="b" l="l" r="r" t="t"/>
              <a:pathLst>
                <a:path extrusionOk="0" h="28348" w="66429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rgbClr val="6B6F59"/>
            </a:solidFill>
            <a:ln>
              <a:noFill/>
            </a:ln>
          </p:spPr>
          <p:txBody>
            <a:bodyPr anchorCtr="0" anchor="ctr" bIns="82525" lIns="82525" spcFirstLastPara="1" rIns="82525" wrap="square" tIns="82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8"/>
            <p:cNvSpPr/>
            <p:nvPr/>
          </p:nvSpPr>
          <p:spPr>
            <a:xfrm>
              <a:off x="331763" y="414153"/>
              <a:ext cx="6903246" cy="4353879"/>
            </a:xfrm>
            <a:custGeom>
              <a:rect b="b" l="l" r="r" t="t"/>
              <a:pathLst>
                <a:path extrusionOk="0" h="181204" w="248162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rgbClr val="6B6F59"/>
            </a:solidFill>
            <a:ln>
              <a:noFill/>
            </a:ln>
          </p:spPr>
          <p:txBody>
            <a:bodyPr anchorCtr="0" anchor="ctr" bIns="82525" lIns="82525" spcFirstLastPara="1" rIns="82525" wrap="square" tIns="82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8"/>
            <p:cNvSpPr/>
            <p:nvPr/>
          </p:nvSpPr>
          <p:spPr>
            <a:xfrm>
              <a:off x="547300" y="600323"/>
              <a:ext cx="6472159" cy="3981525"/>
            </a:xfrm>
            <a:custGeom>
              <a:rect b="b" l="l" r="r" t="t"/>
              <a:pathLst>
                <a:path extrusionOk="0" h="165707" w="232665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rgbClr val="6B6F59"/>
            </a:solidFill>
            <a:ln>
              <a:noFill/>
            </a:ln>
          </p:spPr>
          <p:txBody>
            <a:bodyPr anchorCtr="0" anchor="ctr" bIns="82525" lIns="82525" spcFirstLastPara="1" rIns="82525" wrap="square" tIns="82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8"/>
            <p:cNvSpPr/>
            <p:nvPr/>
          </p:nvSpPr>
          <p:spPr>
            <a:xfrm>
              <a:off x="2772650" y="5206975"/>
              <a:ext cx="2020025" cy="226875"/>
            </a:xfrm>
            <a:custGeom>
              <a:rect b="b" l="l" r="r" t="t"/>
              <a:pathLst>
                <a:path extrusionOk="0" h="9075" w="80801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rgbClr val="6B6F59"/>
            </a:solidFill>
            <a:ln>
              <a:noFill/>
            </a:ln>
          </p:spPr>
          <p:txBody>
            <a:bodyPr anchorCtr="0" anchor="ctr" bIns="82525" lIns="82525" spcFirstLastPara="1" rIns="82525" wrap="square" tIns="82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61" name="Google Shape;861;p8" title="Captura de pantalla 2026-07-03 195031.png"/>
          <p:cNvPicPr preferRelativeResize="0"/>
          <p:nvPr/>
        </p:nvPicPr>
        <p:blipFill rotWithShape="1">
          <a:blip r:embed="rId3">
            <a:alphaModFix/>
          </a:blip>
          <a:srcRect b="0" l="5588" r="5579" t="0"/>
          <a:stretch/>
        </p:blipFill>
        <p:spPr>
          <a:xfrm>
            <a:off x="1725585" y="4386999"/>
            <a:ext cx="2932804" cy="1788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9"/>
          <p:cNvSpPr/>
          <p:nvPr/>
        </p:nvSpPr>
        <p:spPr>
          <a:xfrm>
            <a:off x="661475" y="811113"/>
            <a:ext cx="2043954" cy="308868"/>
          </a:xfrm>
          <a:prstGeom prst="roundRect">
            <a:avLst>
              <a:gd fmla="val 39656" name="adj"/>
            </a:avLst>
          </a:prstGeom>
          <a:solidFill>
            <a:srgbClr val="4B1E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9"/>
          <p:cNvSpPr/>
          <p:nvPr/>
        </p:nvSpPr>
        <p:spPr>
          <a:xfrm>
            <a:off x="763469" y="862112"/>
            <a:ext cx="2449550" cy="206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Roboto"/>
              <a:buNone/>
            </a:pPr>
            <a:r>
              <a:rPr lang="en-US" sz="10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04 · ALCANCE DEL PROYECTO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9"/>
          <p:cNvSpPr/>
          <p:nvPr/>
        </p:nvSpPr>
        <p:spPr>
          <a:xfrm>
            <a:off x="2014388" y="1119974"/>
            <a:ext cx="81633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Saira Medium"/>
              <a:buNone/>
            </a:pPr>
            <a:r>
              <a:rPr lang="en-US" sz="3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Alcance del producto: qué incluye y qué no</a:t>
            </a:r>
            <a:endParaRPr sz="3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69" name="Google Shape;869;p9"/>
          <p:cNvSpPr/>
          <p:nvPr/>
        </p:nvSpPr>
        <p:spPr>
          <a:xfrm>
            <a:off x="468150" y="2118640"/>
            <a:ext cx="5471700" cy="2283900"/>
          </a:xfrm>
          <a:prstGeom prst="roundRect">
            <a:avLst>
              <a:gd fmla="val 5968" name="adj"/>
            </a:avLst>
          </a:prstGeom>
          <a:solidFill>
            <a:srgbClr val="FC8337">
              <a:alpha val="7490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9"/>
          <p:cNvSpPr/>
          <p:nvPr/>
        </p:nvSpPr>
        <p:spPr>
          <a:xfrm>
            <a:off x="638199" y="2271738"/>
            <a:ext cx="27360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Saira Medium"/>
              <a:buNone/>
            </a:pPr>
            <a:r>
              <a:rPr lang="en-US" sz="1650">
                <a:solidFill>
                  <a:srgbClr val="000000"/>
                </a:solidFill>
                <a:latin typeface="Saira Medium"/>
                <a:ea typeface="Saira Medium"/>
                <a:cs typeface="Saira Medium"/>
                <a:sym typeface="Saira Medium"/>
              </a:rPr>
              <a:t>Incluido en el MVP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9"/>
          <p:cNvSpPr/>
          <p:nvPr/>
        </p:nvSpPr>
        <p:spPr>
          <a:xfrm>
            <a:off x="638199" y="2690540"/>
            <a:ext cx="5131800" cy="17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64160" lvl="0" marL="26416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Char char="•"/>
            </a:pPr>
            <a:r>
              <a:rPr lang="en-US"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Registro, autenticación JWT y perfil musical con demo de audio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Char char="•"/>
            </a:pPr>
            <a:r>
              <a:rPr lang="en-US"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Motor de matching por IA (similitud coseno) y reproductor integrado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Char char="•"/>
            </a:pPr>
            <a:r>
              <a:rPr lang="en-US"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Módulo de tocatas con mapa, notificaciones in-app y mensajería asíncrona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Char char="•"/>
            </a:pPr>
            <a:r>
              <a:rPr lang="en-US"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Monetización (tickets + cuentas Premium) y panel de administración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9"/>
          <p:cNvSpPr/>
          <p:nvPr/>
        </p:nvSpPr>
        <p:spPr>
          <a:xfrm>
            <a:off x="6295209" y="2115100"/>
            <a:ext cx="27360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aira Medium"/>
              <a:buNone/>
            </a:pPr>
            <a:r>
              <a:rPr lang="en-US" sz="1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Excluido del MVP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9"/>
          <p:cNvSpPr/>
          <p:nvPr/>
        </p:nvSpPr>
        <p:spPr>
          <a:xfrm>
            <a:off x="6295209" y="2533902"/>
            <a:ext cx="5226900" cy="14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768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2"/>
              <a:buFont typeface="Calibri"/>
              <a:buChar char="•"/>
            </a:pPr>
            <a:r>
              <a:rPr lang="en-US" sz="1403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Chat en tiempo real y aplicación móvil nativa</a:t>
            </a:r>
            <a:endParaRPr sz="140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2"/>
              <a:buFont typeface="Calibri"/>
              <a:buChar char="•"/>
            </a:pPr>
            <a:r>
              <a:rPr lang="en-US" sz="1403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Construcción del perfil mediante APIs externas (ej. Spotify) </a:t>
            </a:r>
            <a:endParaRPr sz="1403">
              <a:solidFill>
                <a:srgbClr val="E5E0D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2"/>
              <a:buFont typeface="Calibri"/>
              <a:buChar char="•"/>
            </a:pPr>
            <a:r>
              <a:rPr lang="en-US" sz="1403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Recaudación real de dinero (la pasarela operará exclusivamente en modo Sandbox)</a:t>
            </a:r>
            <a:endParaRPr sz="140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9"/>
          <p:cNvSpPr/>
          <p:nvPr/>
        </p:nvSpPr>
        <p:spPr>
          <a:xfrm>
            <a:off x="6295209" y="3774427"/>
            <a:ext cx="27360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aira Medium"/>
              <a:buNone/>
            </a:pPr>
            <a:r>
              <a:rPr lang="en-US" sz="1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Límites y gobernanza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9"/>
          <p:cNvSpPr/>
          <p:nvPr/>
        </p:nvSpPr>
        <p:spPr>
          <a:xfrm>
            <a:off x="6295209" y="4193229"/>
            <a:ext cx="5226900" cy="14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76860" lvl="0" marL="26416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2"/>
              <a:buFont typeface="Calibri"/>
              <a:buChar char="•"/>
            </a:pPr>
            <a:r>
              <a:rPr lang="en-US" sz="1403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Pagos: integración exclusiva con Checkout Pro de Mercado Pago (Sandbox).</a:t>
            </a:r>
            <a:endParaRPr sz="140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0" marL="26416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2"/>
              <a:buFont typeface="Calibri"/>
              <a:buChar char="•"/>
            </a:pPr>
            <a:r>
              <a:rPr lang="en-US" sz="1403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Moderación (RBAC): el admin solo ejecuta bloqueo lógico directo sobre reportes.</a:t>
            </a:r>
            <a:endParaRPr sz="140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0" marL="26416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2"/>
              <a:buFont typeface="Calibri"/>
              <a:buChar char="•"/>
            </a:pPr>
            <a:r>
              <a:rPr lang="en-US" sz="1403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Mensajería tipo bandeja de entrada, sin conexión en tiempo real</a:t>
            </a:r>
            <a:endParaRPr sz="140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60" lvl="0" marL="26416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2"/>
              <a:buFont typeface="Calibri"/>
              <a:buChar char="•"/>
            </a:pPr>
            <a:r>
              <a:rPr lang="en-US" sz="1403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El core del negocio (matching + tocatas + monetización) al 100% funcional.</a:t>
            </a:r>
            <a:endParaRPr sz="1403">
              <a:solidFill>
                <a:srgbClr val="E5E0D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892" lvl="0" marL="26416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3"/>
              <a:buFont typeface="Calibri"/>
              <a:buChar char="•"/>
            </a:pPr>
            <a:r>
              <a:rPr lang="en-US" sz="1403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Perfil musical: Construido de forma exclusiva a partir del demo subido por el usuario.</a:t>
            </a:r>
            <a:endParaRPr sz="1403">
              <a:solidFill>
                <a:srgbClr val="E5E0D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9"/>
          <p:cNvSpPr/>
          <p:nvPr/>
        </p:nvSpPr>
        <p:spPr>
          <a:xfrm>
            <a:off x="4029929" y="1651579"/>
            <a:ext cx="3520800" cy="1920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7" name="Google Shape;877;p9"/>
          <p:cNvGrpSpPr/>
          <p:nvPr/>
        </p:nvGrpSpPr>
        <p:grpSpPr>
          <a:xfrm rot="-9407222">
            <a:off x="8127368" y="334456"/>
            <a:ext cx="4917648" cy="1232563"/>
            <a:chOff x="-295975" y="3281013"/>
            <a:chExt cx="10437750" cy="1619300"/>
          </a:xfrm>
        </p:grpSpPr>
        <p:sp>
          <p:nvSpPr>
            <p:cNvPr id="878" name="Google Shape;878;p9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79" name="Google Shape;879;p9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80" name="Google Shape;880;p9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81" name="Google Shape;881;p9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82" name="Google Shape;882;p9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883" name="Google Shape;883;p9"/>
          <p:cNvGrpSpPr/>
          <p:nvPr/>
        </p:nvGrpSpPr>
        <p:grpSpPr>
          <a:xfrm>
            <a:off x="1778929" y="4555656"/>
            <a:ext cx="2850350" cy="2072633"/>
            <a:chOff x="331763" y="414153"/>
            <a:chExt cx="6903246" cy="5019697"/>
          </a:xfrm>
        </p:grpSpPr>
        <p:sp>
          <p:nvSpPr>
            <p:cNvPr id="884" name="Google Shape;884;p9"/>
            <p:cNvSpPr/>
            <p:nvPr/>
          </p:nvSpPr>
          <p:spPr>
            <a:xfrm>
              <a:off x="2953125" y="4725150"/>
              <a:ext cx="1660725" cy="708700"/>
            </a:xfrm>
            <a:custGeom>
              <a:rect b="b" l="l" r="r" t="t"/>
              <a:pathLst>
                <a:path extrusionOk="0" h="28348" w="66429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rgbClr val="6B6F59"/>
            </a:solidFill>
            <a:ln>
              <a:noFill/>
            </a:ln>
          </p:spPr>
          <p:txBody>
            <a:bodyPr anchorCtr="0" anchor="ctr" bIns="75900" lIns="75900" spcFirstLastPara="1" rIns="75900" wrap="square" tIns="75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9"/>
            <p:cNvSpPr/>
            <p:nvPr/>
          </p:nvSpPr>
          <p:spPr>
            <a:xfrm>
              <a:off x="331763" y="414153"/>
              <a:ext cx="6903246" cy="4353879"/>
            </a:xfrm>
            <a:custGeom>
              <a:rect b="b" l="l" r="r" t="t"/>
              <a:pathLst>
                <a:path extrusionOk="0" h="181204" w="248162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rgbClr val="6B6F59"/>
            </a:solidFill>
            <a:ln>
              <a:noFill/>
            </a:ln>
          </p:spPr>
          <p:txBody>
            <a:bodyPr anchorCtr="0" anchor="ctr" bIns="75900" lIns="75900" spcFirstLastPara="1" rIns="75900" wrap="square" tIns="75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9"/>
            <p:cNvSpPr/>
            <p:nvPr/>
          </p:nvSpPr>
          <p:spPr>
            <a:xfrm>
              <a:off x="547300" y="600323"/>
              <a:ext cx="6472159" cy="3981525"/>
            </a:xfrm>
            <a:custGeom>
              <a:rect b="b" l="l" r="r" t="t"/>
              <a:pathLst>
                <a:path extrusionOk="0" h="165707" w="232665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rgbClr val="6B6F59"/>
            </a:solidFill>
            <a:ln>
              <a:noFill/>
            </a:ln>
          </p:spPr>
          <p:txBody>
            <a:bodyPr anchorCtr="0" anchor="ctr" bIns="75900" lIns="75900" spcFirstLastPara="1" rIns="75900" wrap="square" tIns="75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9"/>
            <p:cNvSpPr/>
            <p:nvPr/>
          </p:nvSpPr>
          <p:spPr>
            <a:xfrm>
              <a:off x="2772650" y="5206975"/>
              <a:ext cx="2020025" cy="226875"/>
            </a:xfrm>
            <a:custGeom>
              <a:rect b="b" l="l" r="r" t="t"/>
              <a:pathLst>
                <a:path extrusionOk="0" h="9075" w="80801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rgbClr val="6B6F59"/>
            </a:solidFill>
            <a:ln>
              <a:noFill/>
            </a:ln>
          </p:spPr>
          <p:txBody>
            <a:bodyPr anchorCtr="0" anchor="ctr" bIns="75900" lIns="75900" spcFirstLastPara="1" rIns="75900" wrap="square" tIns="75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88" name="Google Shape;888;p9" title="Captura de pantalla 2026-07-03 194807.png"/>
          <p:cNvPicPr preferRelativeResize="0"/>
          <p:nvPr/>
        </p:nvPicPr>
        <p:blipFill rotWithShape="1">
          <a:blip r:embed="rId3">
            <a:alphaModFix/>
          </a:blip>
          <a:srcRect b="0" l="10919" r="10919" t="0"/>
          <a:stretch/>
        </p:blipFill>
        <p:spPr>
          <a:xfrm>
            <a:off x="1855256" y="4607025"/>
            <a:ext cx="2697616" cy="1645341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9"/>
          <p:cNvSpPr/>
          <p:nvPr/>
        </p:nvSpPr>
        <p:spPr>
          <a:xfrm>
            <a:off x="1102932" y="4893240"/>
            <a:ext cx="774285" cy="1477389"/>
          </a:xfrm>
          <a:custGeom>
            <a:rect b="b" l="l" r="r" t="t"/>
            <a:pathLst>
              <a:path extrusionOk="0" h="161331" w="84552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  <a:solidFill>
            <a:srgbClr val="C2C2DF"/>
          </a:solidFill>
          <a:ln>
            <a:noFill/>
          </a:ln>
        </p:spPr>
        <p:txBody>
          <a:bodyPr anchorCtr="0" anchor="ctr" bIns="64225" lIns="64225" spcFirstLastPara="1" rIns="64225" wrap="square" tIns="64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0" name="Google Shape;890;p9"/>
          <p:cNvGrpSpPr/>
          <p:nvPr/>
        </p:nvGrpSpPr>
        <p:grpSpPr>
          <a:xfrm>
            <a:off x="1063805" y="4808384"/>
            <a:ext cx="853630" cy="1732720"/>
            <a:chOff x="5186401" y="494525"/>
            <a:chExt cx="1834973" cy="3724678"/>
          </a:xfrm>
        </p:grpSpPr>
        <p:sp>
          <p:nvSpPr>
            <p:cNvPr id="891" name="Google Shape;891;p9"/>
            <p:cNvSpPr/>
            <p:nvPr/>
          </p:nvSpPr>
          <p:spPr>
            <a:xfrm>
              <a:off x="5186401" y="494525"/>
              <a:ext cx="1834973" cy="3724678"/>
            </a:xfrm>
            <a:custGeom>
              <a:rect b="b" l="l" r="r" t="t"/>
              <a:pathLst>
                <a:path extrusionOk="0" h="189190" w="93205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rgbClr val="6B6F59"/>
            </a:solidFill>
            <a:ln>
              <a:noFill/>
            </a:ln>
          </p:spPr>
          <p:txBody>
            <a:bodyPr anchorCtr="0" anchor="ctr" bIns="64225" lIns="64225" spcFirstLastPara="1" rIns="64225" wrap="square" tIns="64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9"/>
            <p:cNvSpPr/>
            <p:nvPr/>
          </p:nvSpPr>
          <p:spPr>
            <a:xfrm>
              <a:off x="5890455" y="3969678"/>
              <a:ext cx="458108" cy="154724"/>
            </a:xfrm>
            <a:custGeom>
              <a:rect b="b" l="l" r="r" t="t"/>
              <a:pathLst>
                <a:path extrusionOk="0" h="7859" w="23269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rgbClr val="F1EEE9"/>
            </a:solidFill>
            <a:ln>
              <a:noFill/>
            </a:ln>
          </p:spPr>
          <p:txBody>
            <a:bodyPr anchorCtr="0" anchor="ctr" bIns="64225" lIns="64225" spcFirstLastPara="1" rIns="64225" wrap="square" tIns="64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93" name="Google Shape;893;p9" title="Captura de pantalla 2026-07-03 195346.png"/>
          <p:cNvPicPr preferRelativeResize="0"/>
          <p:nvPr/>
        </p:nvPicPr>
        <p:blipFill rotWithShape="1">
          <a:blip r:embed="rId4">
            <a:alphaModFix/>
          </a:blip>
          <a:srcRect b="0" l="11179" r="11187" t="0"/>
          <a:stretch/>
        </p:blipFill>
        <p:spPr>
          <a:xfrm>
            <a:off x="1102936" y="4893242"/>
            <a:ext cx="774216" cy="1477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10"/>
          <p:cNvSpPr/>
          <p:nvPr/>
        </p:nvSpPr>
        <p:spPr>
          <a:xfrm>
            <a:off x="661475" y="590848"/>
            <a:ext cx="1317890" cy="286345"/>
          </a:xfrm>
          <a:prstGeom prst="roundRect">
            <a:avLst>
              <a:gd fmla="val 40399" name="adj"/>
            </a:avLst>
          </a:prstGeom>
          <a:solidFill>
            <a:srgbClr val="4B1E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10"/>
          <p:cNvSpPr/>
          <p:nvPr/>
        </p:nvSpPr>
        <p:spPr>
          <a:xfrm>
            <a:off x="757814" y="638969"/>
            <a:ext cx="1734796" cy="1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"/>
              <a:buNone/>
            </a:pPr>
            <a:r>
              <a:rPr lang="en-US" sz="1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05 · METODOLOGÍA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10"/>
          <p:cNvSpPr/>
          <p:nvPr/>
        </p:nvSpPr>
        <p:spPr>
          <a:xfrm>
            <a:off x="661475" y="931763"/>
            <a:ext cx="8905652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Saira Medium"/>
              <a:buNone/>
            </a:pPr>
            <a:r>
              <a:rPr lang="en-US" sz="315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Scrum iterativo e incremental en 18 semanas</a:t>
            </a:r>
            <a:endParaRPr sz="315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02" name="Google Shape;902;p10"/>
          <p:cNvSpPr/>
          <p:nvPr/>
        </p:nvSpPr>
        <p:spPr>
          <a:xfrm>
            <a:off x="7415699" y="1775125"/>
            <a:ext cx="31893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Saira Medium"/>
              <a:buNone/>
            </a:pPr>
            <a:r>
              <a:rPr lang="en-US" sz="155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¿Por qué Scrum?</a:t>
            </a:r>
            <a:endParaRPr sz="155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03" name="Google Shape;903;p10"/>
          <p:cNvSpPr/>
          <p:nvPr/>
        </p:nvSpPr>
        <p:spPr>
          <a:xfrm>
            <a:off x="7415701" y="2162675"/>
            <a:ext cx="4120800" cy="27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6035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Roboto"/>
              <a:buChar char="•"/>
            </a:pPr>
            <a:r>
              <a:rPr lang="en-US" sz="13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Bandify integra </a:t>
            </a:r>
            <a:r>
              <a:rPr b="1" lang="en-US" sz="13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3 tecnologías</a:t>
            </a:r>
            <a:r>
              <a:rPr lang="en-US" sz="13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(React+TanStack, Node+pgvector, Python+Librosa), las cuales se validan de manera conjunta en cada sprint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Las 4 evaluaciones académicas constituyen hitos naturales para una entrega incremental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Roboto"/>
              <a:buChar char="•"/>
            </a:pPr>
            <a:r>
              <a:rPr lang="en-US" sz="13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El motor de IA requiere </a:t>
            </a:r>
            <a:r>
              <a:rPr b="1" lang="en-US" sz="13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ajuste continuo</a:t>
            </a:r>
            <a:r>
              <a:rPr lang="en-US" sz="13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de parámetros en función de resultados reales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El equipo es multidisciplinario: Scrum facilita la coordinación y la detección temprana de bloqueos</a:t>
            </a:r>
            <a:endParaRPr sz="1350">
              <a:solidFill>
                <a:srgbClr val="E5E0D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Ciclo de vida iterativo-incremental con patrón de arquitectura de microservicios y separación de responsabilidades por capas (API REST, servicio IA, frontend SPA)</a:t>
            </a:r>
            <a:endParaRPr sz="1350">
              <a:solidFill>
                <a:srgbClr val="E5E0D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10"/>
          <p:cNvSpPr/>
          <p:nvPr/>
        </p:nvSpPr>
        <p:spPr>
          <a:xfrm>
            <a:off x="7725450" y="5649750"/>
            <a:ext cx="3189300" cy="713100"/>
          </a:xfrm>
          <a:prstGeom prst="roundRect">
            <a:avLst>
              <a:gd fmla="val 13917" name="adj"/>
            </a:avLst>
          </a:prstGeom>
          <a:solidFill>
            <a:srgbClr val="7E320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10"/>
          <p:cNvSpPr/>
          <p:nvPr/>
        </p:nvSpPr>
        <p:spPr>
          <a:xfrm>
            <a:off x="7886858" y="5750811"/>
            <a:ext cx="28665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Roboto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Ceremonias: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Sprint Planning · Daily Standup (3×/sem) · Sprint Review · Retrospective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6" name="Google Shape;906;p10"/>
          <p:cNvGrpSpPr/>
          <p:nvPr/>
        </p:nvGrpSpPr>
        <p:grpSpPr>
          <a:xfrm rot="-9685528">
            <a:off x="6450975" y="45704"/>
            <a:ext cx="6638730" cy="1232601"/>
            <a:chOff x="-295975" y="3281013"/>
            <a:chExt cx="10437750" cy="1619300"/>
          </a:xfrm>
        </p:grpSpPr>
        <p:sp>
          <p:nvSpPr>
            <p:cNvPr id="907" name="Google Shape;907;p10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08" name="Google Shape;908;p10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09" name="Google Shape;909;p10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10" name="Google Shape;910;p10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11" name="Google Shape;911;p10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912" name="Google Shape;912;p10"/>
          <p:cNvSpPr/>
          <p:nvPr/>
        </p:nvSpPr>
        <p:spPr>
          <a:xfrm>
            <a:off x="757829" y="1536504"/>
            <a:ext cx="3520800" cy="1920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3" name="Google Shape;91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425" y="2215000"/>
            <a:ext cx="5284235" cy="343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1"/>
          <p:cNvSpPr/>
          <p:nvPr/>
        </p:nvSpPr>
        <p:spPr>
          <a:xfrm>
            <a:off x="661475" y="590848"/>
            <a:ext cx="1317890" cy="286345"/>
          </a:xfrm>
          <a:prstGeom prst="roundRect">
            <a:avLst>
              <a:gd fmla="val 40399" name="adj"/>
            </a:avLst>
          </a:prstGeom>
          <a:solidFill>
            <a:srgbClr val="4B1E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11"/>
          <p:cNvSpPr/>
          <p:nvPr/>
        </p:nvSpPr>
        <p:spPr>
          <a:xfrm>
            <a:off x="757814" y="638969"/>
            <a:ext cx="1734796" cy="190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"/>
              <a:buNone/>
            </a:pPr>
            <a:r>
              <a:rPr lang="en-US" sz="1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05 · METODOLOGÍA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11"/>
          <p:cNvSpPr/>
          <p:nvPr/>
        </p:nvSpPr>
        <p:spPr>
          <a:xfrm>
            <a:off x="661475" y="931763"/>
            <a:ext cx="8905652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Saira Medium"/>
              <a:buNone/>
            </a:pPr>
            <a:r>
              <a:rPr lang="en-US" sz="315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Cronograma y plan de trabajo por experiencias</a:t>
            </a:r>
            <a:endParaRPr sz="315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preencoded.png" id="921" name="Google Shape;9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160" y="1813462"/>
            <a:ext cx="6489709" cy="4453689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11"/>
          <p:cNvSpPr/>
          <p:nvPr/>
        </p:nvSpPr>
        <p:spPr>
          <a:xfrm>
            <a:off x="7987207" y="1784086"/>
            <a:ext cx="26178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Saira Medium"/>
              <a:buNone/>
            </a:pPr>
            <a:r>
              <a:rPr lang="en-US" sz="165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Estructura por Experiencias</a:t>
            </a:r>
            <a:endParaRPr sz="1650">
              <a:solidFill>
                <a:schemeClr val="accen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23" name="Google Shape;923;p11"/>
          <p:cNvSpPr/>
          <p:nvPr/>
        </p:nvSpPr>
        <p:spPr>
          <a:xfrm>
            <a:off x="7841688" y="2385475"/>
            <a:ext cx="3840300" cy="19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66700" lvl="0" marL="2540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6"/>
              <a:buFont typeface="Roboto"/>
              <a:buChar char="•"/>
            </a:pPr>
            <a:r>
              <a:rPr lang="en-US" sz="1356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Exp. 1 (S1-S4)</a:t>
            </a:r>
            <a:r>
              <a:rPr b="1" lang="en-US" sz="1356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— Planificación:</a:t>
            </a:r>
            <a:r>
              <a:rPr lang="en-US" sz="1356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kick-off, Ishikawa, objetivos SMART, arquitectura y stack Cloud.</a:t>
            </a:r>
            <a:endParaRPr sz="135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2540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6"/>
              <a:buFont typeface="Calibri"/>
              <a:buChar char="•"/>
            </a:pPr>
            <a:r>
              <a:rPr lang="en-US" sz="1356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Exp. 2 (S5-S12) — Desarrollo del MVP: APIs, frontend, microservicio IA, matching, tocatas y mensajería.</a:t>
            </a:r>
            <a:endParaRPr sz="135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2540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6"/>
              <a:buFont typeface="Roboto"/>
              <a:buChar char="•"/>
            </a:pPr>
            <a:r>
              <a:rPr lang="en-US" sz="1356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Exp. 3 (S13-S15)</a:t>
            </a:r>
            <a:r>
              <a:rPr b="1" lang="en-US" sz="1356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— QA y pruebas:</a:t>
            </a:r>
            <a:r>
              <a:rPr lang="en-US" sz="1356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plan de pruebas, ejecución unitaria/integración/seguridad y corrección de bugs.</a:t>
            </a:r>
            <a:endParaRPr sz="135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6700" lvl="0" marL="2540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6"/>
              <a:buFont typeface="Calibri"/>
              <a:buChar char="•"/>
            </a:pPr>
            <a:r>
              <a:rPr lang="en-US" sz="1356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Defensa (S16-S18): consolidación del informe final, preparación de slides y ensayo de la defensa.</a:t>
            </a:r>
            <a:endParaRPr sz="135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11"/>
          <p:cNvSpPr/>
          <p:nvPr/>
        </p:nvSpPr>
        <p:spPr>
          <a:xfrm>
            <a:off x="8290250" y="5074450"/>
            <a:ext cx="3246300" cy="1038900"/>
          </a:xfrm>
          <a:prstGeom prst="roundRect">
            <a:avLst>
              <a:gd fmla="val 13917" name="adj"/>
            </a:avLst>
          </a:prstGeom>
          <a:solidFill>
            <a:srgbClr val="7E320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11"/>
          <p:cNvSpPr/>
          <p:nvPr/>
        </p:nvSpPr>
        <p:spPr>
          <a:xfrm>
            <a:off x="8509283" y="5237361"/>
            <a:ext cx="2866556" cy="713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Roboto"/>
              <a:buNone/>
            </a:pPr>
            <a:r>
              <a:rPr b="1" lang="en-US" sz="12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Hitos de entrega:</a:t>
            </a:r>
            <a:r>
              <a:rPr lang="en-US" sz="12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Avance N°1 (S4) · Avance N°2 (S11-12) · Avance N°3 (S15) · Defensa Final (S17-18)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6" name="Google Shape;926;p11"/>
          <p:cNvGrpSpPr/>
          <p:nvPr/>
        </p:nvGrpSpPr>
        <p:grpSpPr>
          <a:xfrm rot="-9685528">
            <a:off x="6450975" y="45704"/>
            <a:ext cx="6638730" cy="1232601"/>
            <a:chOff x="-295975" y="3281013"/>
            <a:chExt cx="10437750" cy="1619300"/>
          </a:xfrm>
        </p:grpSpPr>
        <p:sp>
          <p:nvSpPr>
            <p:cNvPr id="927" name="Google Shape;927;p11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28" name="Google Shape;928;p11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29" name="Google Shape;929;p11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30" name="Google Shape;930;p11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31" name="Google Shape;931;p11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932" name="Google Shape;932;p11"/>
          <p:cNvSpPr/>
          <p:nvPr/>
        </p:nvSpPr>
        <p:spPr>
          <a:xfrm>
            <a:off x="757829" y="1488379"/>
            <a:ext cx="3520800" cy="1920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3"/>
          <p:cNvSpPr/>
          <p:nvPr/>
        </p:nvSpPr>
        <p:spPr>
          <a:xfrm>
            <a:off x="495450" y="2935251"/>
            <a:ext cx="5471700" cy="2585700"/>
          </a:xfrm>
          <a:prstGeom prst="roundRect">
            <a:avLst>
              <a:gd fmla="val 5968" name="adj"/>
            </a:avLst>
          </a:prstGeom>
          <a:solidFill>
            <a:srgbClr val="FC8337">
              <a:alpha val="749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13"/>
          <p:cNvSpPr/>
          <p:nvPr/>
        </p:nvSpPr>
        <p:spPr>
          <a:xfrm>
            <a:off x="661475" y="578346"/>
            <a:ext cx="1758509" cy="355203"/>
          </a:xfrm>
          <a:prstGeom prst="roundRect">
            <a:avLst>
              <a:gd fmla="val 38314" name="adj"/>
            </a:avLst>
          </a:prstGeom>
          <a:solidFill>
            <a:srgbClr val="4B1E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13"/>
          <p:cNvSpPr/>
          <p:nvPr/>
        </p:nvSpPr>
        <p:spPr>
          <a:xfrm>
            <a:off x="774879" y="635000"/>
            <a:ext cx="2141285" cy="241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Roboto"/>
              <a:buNone/>
            </a:pPr>
            <a:r>
              <a:rPr lang="en-US" sz="11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07 · REQUERIMIENTOS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13"/>
          <p:cNvSpPr/>
          <p:nvPr/>
        </p:nvSpPr>
        <p:spPr>
          <a:xfrm>
            <a:off x="661475" y="1009154"/>
            <a:ext cx="10443604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Saira Medium"/>
              <a:buNone/>
            </a:pPr>
            <a:r>
              <a:rPr lang="en-US" sz="3700">
                <a:solidFill>
                  <a:srgbClr val="FFFFFF"/>
                </a:solidFill>
                <a:latin typeface="Oswald Medium"/>
                <a:ea typeface="Oswald Medium"/>
                <a:cs typeface="Oswald Medium"/>
                <a:sym typeface="Oswald Medium"/>
              </a:rPr>
              <a:t>Requerimientos funcionales y no funcionales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42" name="Google Shape;942;p13"/>
          <p:cNvSpPr/>
          <p:nvPr/>
        </p:nvSpPr>
        <p:spPr>
          <a:xfrm>
            <a:off x="629400" y="3045708"/>
            <a:ext cx="3713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Saira Medium"/>
              <a:buNone/>
            </a:pPr>
            <a:r>
              <a:rPr lang="en-US" sz="2150">
                <a:solidFill>
                  <a:srgbClr val="FFFFFF"/>
                </a:solidFill>
                <a:latin typeface="Oswald Medium"/>
                <a:ea typeface="Oswald Medium"/>
                <a:cs typeface="Oswald Medium"/>
                <a:sym typeface="Oswald Medium"/>
              </a:rPr>
              <a:t>Requerimientos Funcionales</a:t>
            </a:r>
            <a:endParaRPr sz="215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43" name="Google Shape;943;p13"/>
          <p:cNvSpPr/>
          <p:nvPr/>
        </p:nvSpPr>
        <p:spPr>
          <a:xfrm>
            <a:off x="629400" y="3529998"/>
            <a:ext cx="5203800" cy="19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"/>
              <a:buChar char="•"/>
            </a:pPr>
            <a:r>
              <a:rPr b="1" lang="en-US" sz="14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RF-01/02:</a:t>
            </a:r>
            <a:r>
              <a:rPr lang="en-US" sz="14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Registro, autenticación JWT y perfil musical con demo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"/>
              <a:buChar char="•"/>
            </a:pPr>
            <a:r>
              <a:rPr b="1" lang="en-US" sz="14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RF-03/04:</a:t>
            </a:r>
            <a:r>
              <a:rPr lang="en-US" sz="14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Análisis de audio asíncrono y motor de matching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"/>
              <a:buChar char="•"/>
            </a:pPr>
            <a:r>
              <a:rPr b="1" lang="en-US" sz="14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RF-05/06:</a:t>
            </a:r>
            <a:r>
              <a:rPr lang="en-US" sz="14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Reproductor integrado y módulo de tocatas con mapa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"/>
              <a:buChar char="•"/>
            </a:pPr>
            <a:r>
              <a:rPr b="1" lang="en-US" sz="14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RF-07/08:</a:t>
            </a:r>
            <a:r>
              <a:rPr lang="en-US" sz="14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Notificaciones in-app y subida directa a S3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"/>
              <a:buChar char="•"/>
            </a:pPr>
            <a:r>
              <a:rPr b="1" lang="en-US" sz="14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RF-09/10:</a:t>
            </a:r>
            <a:r>
              <a:rPr lang="en-US" sz="14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Mensajería asíncrona y administración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"/>
              <a:buChar char="•"/>
            </a:pPr>
            <a:r>
              <a:rPr b="1" lang="en-US" sz="14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RF-11/12:</a:t>
            </a:r>
            <a:r>
              <a:rPr lang="en-US" sz="14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Monetización y soporte técnico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13"/>
          <p:cNvSpPr/>
          <p:nvPr/>
        </p:nvSpPr>
        <p:spPr>
          <a:xfrm>
            <a:off x="6374175" y="2569225"/>
            <a:ext cx="5407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Saira Medium"/>
              <a:buNone/>
            </a:pPr>
            <a:r>
              <a:rPr lang="en-US" sz="1800">
                <a:solidFill>
                  <a:schemeClr val="accent2"/>
                </a:solidFill>
                <a:latin typeface="Oswald"/>
                <a:ea typeface="Oswald"/>
                <a:cs typeface="Oswald"/>
                <a:sym typeface="Oswald"/>
              </a:rPr>
              <a:t>Requerimientos No Funcionales (Atributos de Calidad) </a:t>
            </a:r>
            <a:endParaRPr sz="1800">
              <a:solidFill>
                <a:schemeClr val="accent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45" name="Google Shape;945;p13"/>
          <p:cNvSpPr/>
          <p:nvPr/>
        </p:nvSpPr>
        <p:spPr>
          <a:xfrm>
            <a:off x="6374175" y="2864424"/>
            <a:ext cx="5203800" cy="30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04165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"/>
              <a:buChar char="•"/>
            </a:pPr>
            <a:r>
              <a:rPr b="1"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Seguridad:</a:t>
            </a: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JWT + bcrypt + HTTPS + presigned URLs (5 min)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165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"/>
              <a:buChar char="•"/>
            </a:pPr>
            <a:r>
              <a:rPr b="1"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Confiabilidad:</a:t>
            </a: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Arquitectura distribuida — el gateway opera si el microservicio IA falla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165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"/>
              <a:buChar char="•"/>
            </a:pPr>
            <a:r>
              <a:rPr b="1"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Precisión:</a:t>
            </a: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Similitud coseno sobre vector de audio — elimina sesgo humano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165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"/>
              <a:buChar char="•"/>
            </a:pPr>
            <a:r>
              <a:rPr b="1"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Disponibilidad:</a:t>
            </a: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Railway, Vercel CDN global y AWS S3 (99,999999999%)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165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"/>
              <a:buChar char="•"/>
            </a:pPr>
            <a:r>
              <a:rPr b="1"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Oportunidad:</a:t>
            </a: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Respuesta API &lt; 2 seg, polling cada 2 seg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165" lvl="0" marL="2946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Roboto"/>
              <a:buChar char="•"/>
            </a:pPr>
            <a:r>
              <a:rPr b="1"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Integridad:</a:t>
            </a:r>
            <a:r>
              <a:rPr lang="en-US" sz="16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Validación de esquema, claves foráneas y rollback automático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13"/>
          <p:cNvSpPr/>
          <p:nvPr/>
        </p:nvSpPr>
        <p:spPr>
          <a:xfrm>
            <a:off x="730479" y="1701004"/>
            <a:ext cx="3520800" cy="1920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4"/>
          <p:cNvSpPr/>
          <p:nvPr/>
        </p:nvSpPr>
        <p:spPr>
          <a:xfrm>
            <a:off x="661475" y="526157"/>
            <a:ext cx="1843835" cy="223341"/>
          </a:xfrm>
          <a:prstGeom prst="roundRect">
            <a:avLst>
              <a:gd fmla="val 42655" name="adj"/>
            </a:avLst>
          </a:prstGeom>
          <a:solidFill>
            <a:srgbClr val="4B1E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14"/>
          <p:cNvSpPr/>
          <p:nvPr/>
        </p:nvSpPr>
        <p:spPr>
          <a:xfrm>
            <a:off x="740848" y="565845"/>
            <a:ext cx="2294674" cy="143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00"/>
              <a:buFont typeface="Roboto"/>
              <a:buNone/>
            </a:pPr>
            <a:r>
              <a:rPr lang="en-US" sz="8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08 · ARQUITECTURA DE SOFTWARE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14"/>
          <p:cNvSpPr/>
          <p:nvPr/>
        </p:nvSpPr>
        <p:spPr>
          <a:xfrm>
            <a:off x="661475" y="786500"/>
            <a:ext cx="40902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Saira Medium"/>
              <a:buNone/>
            </a:pPr>
            <a:r>
              <a:rPr lang="en-US" sz="29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Arquitectura de Software</a:t>
            </a:r>
            <a:endParaRPr sz="29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55" name="Google Shape;955;p14"/>
          <p:cNvSpPr/>
          <p:nvPr/>
        </p:nvSpPr>
        <p:spPr>
          <a:xfrm>
            <a:off x="661475" y="1338858"/>
            <a:ext cx="10868745" cy="35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"/>
              <a:buNone/>
            </a:pPr>
            <a:r>
              <a:rPr lang="en-US" sz="15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Diagrama de Arquitectura Distribuida y Estrategia Cloud. El esquema ilustra la separación de responsabilidades entre el cliente web (Vercel), el procesamiento de negocio y datos (Railway) y el almacenamiento multimedia (AWS S3), destacando el uso de URLs prefirmadas para optimizar el ancho de banda.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6" name="Google Shape;95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5650" y="2288175"/>
            <a:ext cx="48101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14"/>
          <p:cNvSpPr txBox="1"/>
          <p:nvPr/>
        </p:nvSpPr>
        <p:spPr>
          <a:xfrm>
            <a:off x="6801675" y="2597675"/>
            <a:ext cx="4899300" cy="3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Patrón adoptado: microservicios desacoplados en monorepo.</a:t>
            </a: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El análisis de audio es computacionalmente intensivo y se aísla en un servicio propio que nunca bloquea la API principal; escala de forma independiente y refleja la división del equipo.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Flujo asíncrono:</a:t>
            </a: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el gateway Node.js delega el análisis al microservicio FastAPI, que responde de inmediato con un jobId y procesa en background, mientras el cliente monitorea vía polling.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Filtrado híbrido en el matching:</a:t>
            </a: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los géneros declarados (metadata) acotan los candidatos directamente en el WHERE de SQL, y solo sobre ese subconjunto Postgres calcula la similitud coseno con pgvector — menos costo computacional y recomendaciones pertinentes.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14"/>
          <p:cNvSpPr/>
          <p:nvPr/>
        </p:nvSpPr>
        <p:spPr>
          <a:xfrm flipH="1" rot="10800000">
            <a:off x="586100" y="1276672"/>
            <a:ext cx="3520800" cy="2850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oogle Shape;964;g3f0a1af8da8_0_1470"/>
          <p:cNvGrpSpPr/>
          <p:nvPr/>
        </p:nvGrpSpPr>
        <p:grpSpPr>
          <a:xfrm rot="-147791">
            <a:off x="-986020" y="2786559"/>
            <a:ext cx="14086233" cy="1745955"/>
            <a:chOff x="-295975" y="3281013"/>
            <a:chExt cx="10437750" cy="1619300"/>
          </a:xfrm>
        </p:grpSpPr>
        <p:sp>
          <p:nvSpPr>
            <p:cNvPr id="965" name="Google Shape;965;g3f0a1af8da8_0_1470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66" name="Google Shape;966;g3f0a1af8da8_0_1470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67" name="Google Shape;967;g3f0a1af8da8_0_1470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68" name="Google Shape;968;g3f0a1af8da8_0_1470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69" name="Google Shape;969;g3f0a1af8da8_0_1470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970" name="Google Shape;970;g3f0a1af8da8_0_1470"/>
          <p:cNvSpPr/>
          <p:nvPr/>
        </p:nvSpPr>
        <p:spPr>
          <a:xfrm>
            <a:off x="661475" y="526157"/>
            <a:ext cx="1843800" cy="223200"/>
          </a:xfrm>
          <a:prstGeom prst="roundRect">
            <a:avLst>
              <a:gd fmla="val 42655" name="adj"/>
            </a:avLst>
          </a:prstGeom>
          <a:solidFill>
            <a:srgbClr val="4B1E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g3f0a1af8da8_0_1470"/>
          <p:cNvSpPr/>
          <p:nvPr/>
        </p:nvSpPr>
        <p:spPr>
          <a:xfrm>
            <a:off x="740848" y="565845"/>
            <a:ext cx="22947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800"/>
              <a:buFont typeface="Roboto"/>
              <a:buNone/>
            </a:pPr>
            <a:r>
              <a:rPr lang="en-US" sz="8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08 · ARQUITECTURA DE SOFTWARE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g3f0a1af8da8_0_1470"/>
          <p:cNvSpPr/>
          <p:nvPr/>
        </p:nvSpPr>
        <p:spPr>
          <a:xfrm>
            <a:off x="661475" y="786507"/>
            <a:ext cx="75501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Saira Medium"/>
              <a:buNone/>
            </a:pPr>
            <a:r>
              <a:rPr lang="en-US" sz="29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Stack Tecnológico</a:t>
            </a:r>
            <a:endParaRPr sz="29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73" name="Google Shape;973;g3f0a1af8da8_0_1470"/>
          <p:cNvSpPr/>
          <p:nvPr/>
        </p:nvSpPr>
        <p:spPr>
          <a:xfrm>
            <a:off x="661475" y="1338858"/>
            <a:ext cx="10868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Roboto"/>
              <a:buNone/>
            </a:pPr>
            <a:r>
              <a:rPr lang="en-US" sz="15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Bandify se desarrolla sobre una arquitectura de microservicios robusta y escalable, apoyada en un stack tecnológico moderno y eficiente. Cada componente cumple una función específica para garantizar un rendimiento óptimo y una experiencia de usuario fluida.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g3f0a1af8da8_0_1470"/>
          <p:cNvSpPr/>
          <p:nvPr/>
        </p:nvSpPr>
        <p:spPr>
          <a:xfrm>
            <a:off x="1346664" y="2181001"/>
            <a:ext cx="2276700" cy="1722900"/>
          </a:xfrm>
          <a:prstGeom prst="roundRect">
            <a:avLst>
              <a:gd fmla="val 5952" name="adj"/>
            </a:avLst>
          </a:prstGeom>
          <a:solidFill>
            <a:srgbClr val="3730A3"/>
          </a:solidFill>
          <a:ln cap="flat" cmpd="sng" w="14250">
            <a:solidFill>
              <a:srgbClr val="6D28D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13935" rotWithShape="0" algn="bl" dir="8100000" dist="42725">
              <a:srgbClr val="000000">
                <a:alpha val="25099"/>
              </a:srgbClr>
            </a:outerShdw>
          </a:effectLst>
        </p:spPr>
        <p:txBody>
          <a:bodyPr anchorCtr="0" anchor="t" bIns="51250" lIns="102525" spcFirstLastPara="1" rIns="102525" wrap="square" tIns="51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9"/>
              <a:buFont typeface="Arial"/>
              <a:buNone/>
            </a:pPr>
            <a:r>
              <a:t/>
            </a:r>
            <a:endParaRPr b="0" i="0" sz="201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5" name="Google Shape;975;g3f0a1af8da8_0_14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8539" y="2288362"/>
            <a:ext cx="533214" cy="533214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g3f0a1af8da8_0_1470"/>
          <p:cNvSpPr/>
          <p:nvPr/>
        </p:nvSpPr>
        <p:spPr>
          <a:xfrm>
            <a:off x="1449205" y="2919297"/>
            <a:ext cx="2050800" cy="225600"/>
          </a:xfrm>
          <a:prstGeom prst="roundRect">
            <a:avLst>
              <a:gd fmla="val 18182" name="adj"/>
            </a:avLst>
          </a:prstGeom>
          <a:solidFill>
            <a:srgbClr val="6D28D9">
              <a:alpha val="30199"/>
            </a:srgbClr>
          </a:solidFill>
          <a:ln cap="flat" cmpd="sng" w="14250">
            <a:solidFill>
              <a:srgbClr val="6D28D9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1250" lIns="102525" spcFirstLastPara="1" rIns="102525" wrap="square" tIns="51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9"/>
              <a:buFont typeface="Arial"/>
              <a:buNone/>
            </a:pPr>
            <a:r>
              <a:t/>
            </a:r>
            <a:endParaRPr b="0" i="0" sz="201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g3f0a1af8da8_0_1470"/>
          <p:cNvSpPr/>
          <p:nvPr/>
        </p:nvSpPr>
        <p:spPr>
          <a:xfrm>
            <a:off x="1470030" y="2880685"/>
            <a:ext cx="20508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97"/>
              <a:buFont typeface="Calibri"/>
              <a:buNone/>
            </a:pPr>
            <a:r>
              <a:rPr b="1" i="0" lang="en-US" sz="897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89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g3f0a1af8da8_0_1470"/>
          <p:cNvSpPr/>
          <p:nvPr/>
        </p:nvSpPr>
        <p:spPr>
          <a:xfrm>
            <a:off x="1429022" y="3125583"/>
            <a:ext cx="2112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50" lIns="102525" spcFirstLastPara="1" rIns="102525" wrap="square" tIns="5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7"/>
              <a:buFont typeface="Calibri"/>
              <a:buNone/>
            </a:pPr>
            <a:r>
              <a:rPr b="1" i="0" lang="en-US" sz="117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+ Vite + </a:t>
            </a:r>
            <a:r>
              <a:rPr b="1" lang="en-US" sz="117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TanStack Query</a:t>
            </a:r>
            <a:endParaRPr b="0" i="0" sz="11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g3f0a1af8da8_0_1470"/>
          <p:cNvSpPr/>
          <p:nvPr/>
        </p:nvSpPr>
        <p:spPr>
          <a:xfrm>
            <a:off x="1428697" y="3432003"/>
            <a:ext cx="21123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50" lIns="102525" spcFirstLastPara="1" rIns="102525" wrap="square" tIns="5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53"/>
              <a:buFont typeface="Calibri"/>
              <a:buNone/>
            </a:pPr>
            <a:r>
              <a:rPr lang="en-US" sz="953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Interfaz de usuario, polling del análisis cada 2 seg, subida directa a S3 y mapa Leaflet.js. Desplegado en Vercel. </a:t>
            </a:r>
            <a:endParaRPr b="0" i="0" sz="9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g3f0a1af8da8_0_1470"/>
          <p:cNvSpPr/>
          <p:nvPr/>
        </p:nvSpPr>
        <p:spPr>
          <a:xfrm>
            <a:off x="3807651" y="2181001"/>
            <a:ext cx="2276700" cy="1722900"/>
          </a:xfrm>
          <a:prstGeom prst="roundRect">
            <a:avLst>
              <a:gd fmla="val 5952" name="adj"/>
            </a:avLst>
          </a:prstGeom>
          <a:solidFill>
            <a:srgbClr val="065F46"/>
          </a:solidFill>
          <a:ln cap="flat" cmpd="sng" w="14250">
            <a:solidFill>
              <a:srgbClr val="6D28D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13935" rotWithShape="0" algn="bl" dir="8100000" dist="42725">
              <a:srgbClr val="000000">
                <a:alpha val="25099"/>
              </a:srgbClr>
            </a:outerShdw>
          </a:effectLst>
        </p:spPr>
        <p:txBody>
          <a:bodyPr anchorCtr="0" anchor="t" bIns="51250" lIns="102525" spcFirstLastPara="1" rIns="102525" wrap="square" tIns="51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9"/>
              <a:buFont typeface="Arial"/>
              <a:buNone/>
            </a:pPr>
            <a:r>
              <a:t/>
            </a:r>
            <a:endParaRPr b="0" i="0" sz="201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1" name="Google Shape;981;g3f0a1af8da8_0_14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9251" y="2334812"/>
            <a:ext cx="533214" cy="533214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g3f0a1af8da8_0_1470"/>
          <p:cNvSpPr/>
          <p:nvPr/>
        </p:nvSpPr>
        <p:spPr>
          <a:xfrm>
            <a:off x="3910193" y="2919297"/>
            <a:ext cx="2050800" cy="225600"/>
          </a:xfrm>
          <a:prstGeom prst="roundRect">
            <a:avLst>
              <a:gd fmla="val 18182" name="adj"/>
            </a:avLst>
          </a:prstGeom>
          <a:solidFill>
            <a:srgbClr val="6D28D9">
              <a:alpha val="30199"/>
            </a:srgbClr>
          </a:solidFill>
          <a:ln cap="flat" cmpd="sng" w="14250">
            <a:solidFill>
              <a:srgbClr val="6D28D9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1250" lIns="102525" spcFirstLastPara="1" rIns="102525" wrap="square" tIns="51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9"/>
              <a:buFont typeface="Arial"/>
              <a:buNone/>
            </a:pPr>
            <a:r>
              <a:t/>
            </a:r>
            <a:endParaRPr b="0" i="0" sz="201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g3f0a1af8da8_0_1470"/>
          <p:cNvSpPr/>
          <p:nvPr/>
        </p:nvSpPr>
        <p:spPr>
          <a:xfrm>
            <a:off x="3910193" y="2919297"/>
            <a:ext cx="20508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97"/>
              <a:buFont typeface="Calibri"/>
              <a:buNone/>
            </a:pPr>
            <a:r>
              <a:rPr b="1" i="0" lang="en-US" sz="897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89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g3f0a1af8da8_0_1470"/>
          <p:cNvSpPr/>
          <p:nvPr/>
        </p:nvSpPr>
        <p:spPr>
          <a:xfrm>
            <a:off x="3889684" y="3165396"/>
            <a:ext cx="2112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50" lIns="102525" spcFirstLastPara="1" rIns="102525" wrap="square" tIns="5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7"/>
              <a:buFont typeface="Calibri"/>
              <a:buNone/>
            </a:pPr>
            <a:r>
              <a:rPr b="1" i="0" lang="en-US" sz="117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Node.js + Express</a:t>
            </a:r>
            <a:endParaRPr b="0" i="0" sz="11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g3f0a1af8da8_0_1470"/>
          <p:cNvSpPr/>
          <p:nvPr/>
        </p:nvSpPr>
        <p:spPr>
          <a:xfrm>
            <a:off x="3889684" y="3432003"/>
            <a:ext cx="21123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50" lIns="102525" spcFirstLastPara="1" rIns="102525" wrap="square" tIns="5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53"/>
              <a:buFont typeface="Calibri"/>
              <a:buNone/>
            </a:pPr>
            <a:r>
              <a:rPr lang="en-US" sz="953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API REST, autenticación JWT, presigned URLs de S3 y queries de matching con pgvector.</a:t>
            </a:r>
            <a:endParaRPr b="0" i="0" sz="9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g3f0a1af8da8_0_1470"/>
          <p:cNvSpPr/>
          <p:nvPr/>
        </p:nvSpPr>
        <p:spPr>
          <a:xfrm>
            <a:off x="6268639" y="2181001"/>
            <a:ext cx="2276700" cy="1722900"/>
          </a:xfrm>
          <a:prstGeom prst="roundRect">
            <a:avLst>
              <a:gd fmla="val 5952" name="adj"/>
            </a:avLst>
          </a:prstGeom>
          <a:solidFill>
            <a:srgbClr val="1E3A5F"/>
          </a:solidFill>
          <a:ln cap="flat" cmpd="sng" w="14250">
            <a:solidFill>
              <a:srgbClr val="6D28D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13935" rotWithShape="0" algn="bl" dir="8100000" dist="42725">
              <a:srgbClr val="000000">
                <a:alpha val="25099"/>
              </a:srgbClr>
            </a:outerShdw>
          </a:effectLst>
        </p:spPr>
        <p:txBody>
          <a:bodyPr anchorCtr="0" anchor="t" bIns="51250" lIns="102525" spcFirstLastPara="1" rIns="102525" wrap="square" tIns="51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9"/>
              <a:buFont typeface="Arial"/>
              <a:buNone/>
            </a:pPr>
            <a:r>
              <a:t/>
            </a:r>
            <a:endParaRPr b="0" i="0" sz="201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7" name="Google Shape;987;g3f0a1af8da8_0_14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0377" y="2238437"/>
            <a:ext cx="533214" cy="533214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g3f0a1af8da8_0_1470"/>
          <p:cNvSpPr/>
          <p:nvPr/>
        </p:nvSpPr>
        <p:spPr>
          <a:xfrm>
            <a:off x="6371180" y="2919297"/>
            <a:ext cx="2050800" cy="225600"/>
          </a:xfrm>
          <a:prstGeom prst="roundRect">
            <a:avLst>
              <a:gd fmla="val 18182" name="adj"/>
            </a:avLst>
          </a:prstGeom>
          <a:solidFill>
            <a:srgbClr val="6D28D9">
              <a:alpha val="30199"/>
            </a:srgbClr>
          </a:solidFill>
          <a:ln cap="flat" cmpd="sng" w="14250">
            <a:solidFill>
              <a:srgbClr val="6D28D9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1250" lIns="102525" spcFirstLastPara="1" rIns="102525" wrap="square" tIns="51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9"/>
              <a:buFont typeface="Arial"/>
              <a:buNone/>
            </a:pPr>
            <a:r>
              <a:t/>
            </a:r>
            <a:endParaRPr b="0" i="0" sz="201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g3f0a1af8da8_0_1470"/>
          <p:cNvSpPr/>
          <p:nvPr/>
        </p:nvSpPr>
        <p:spPr>
          <a:xfrm>
            <a:off x="6381593" y="2852535"/>
            <a:ext cx="20508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97"/>
              <a:buFont typeface="Calibri"/>
              <a:buNone/>
            </a:pPr>
            <a:r>
              <a:rPr b="1" i="0" lang="en-US" sz="897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89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g3f0a1af8da8_0_1470"/>
          <p:cNvSpPr/>
          <p:nvPr/>
        </p:nvSpPr>
        <p:spPr>
          <a:xfrm>
            <a:off x="6350835" y="3078121"/>
            <a:ext cx="2112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50" lIns="102525" spcFirstLastPara="1" rIns="102525" wrap="square" tIns="5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7"/>
              <a:buFont typeface="Calibri"/>
              <a:buNone/>
            </a:pPr>
            <a:r>
              <a:rPr b="1" i="0" lang="en-US" sz="117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 + pgvector</a:t>
            </a:r>
            <a:endParaRPr b="0" i="0" sz="11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g3f0a1af8da8_0_1470"/>
          <p:cNvSpPr/>
          <p:nvPr/>
        </p:nvSpPr>
        <p:spPr>
          <a:xfrm>
            <a:off x="6217487" y="3449925"/>
            <a:ext cx="23790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50" lIns="102525" spcFirstLastPara="1" rIns="102525" wrap="square" tIns="5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53"/>
              <a:buFont typeface="Calibri"/>
              <a:buNone/>
            </a:pPr>
            <a:r>
              <a:rPr lang="en-US" sz="9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Elegida por su robustez transaccional (ACID), similitud coseno directamente en la base de datos, reduciendo la latencia del motor de recomendaciones.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g3f0a1af8da8_0_1470"/>
          <p:cNvSpPr/>
          <p:nvPr/>
        </p:nvSpPr>
        <p:spPr>
          <a:xfrm>
            <a:off x="8729627" y="2181001"/>
            <a:ext cx="2276700" cy="1722900"/>
          </a:xfrm>
          <a:prstGeom prst="roundRect">
            <a:avLst>
              <a:gd fmla="val 5952" name="adj"/>
            </a:avLst>
          </a:prstGeom>
          <a:solidFill>
            <a:srgbClr val="3B1F6B"/>
          </a:solidFill>
          <a:ln cap="flat" cmpd="sng" w="14250">
            <a:solidFill>
              <a:srgbClr val="6D28D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13935" rotWithShape="0" algn="bl" dir="8100000" dist="42725">
              <a:srgbClr val="000000">
                <a:alpha val="25099"/>
              </a:srgbClr>
            </a:outerShdw>
          </a:effectLst>
        </p:spPr>
        <p:txBody>
          <a:bodyPr anchorCtr="0" anchor="t" bIns="51250" lIns="102525" spcFirstLastPara="1" rIns="102525" wrap="square" tIns="51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9"/>
              <a:buFont typeface="Arial"/>
              <a:buNone/>
            </a:pPr>
            <a:r>
              <a:t/>
            </a:r>
            <a:endParaRPr b="0" i="0" sz="201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3" name="Google Shape;993;g3f0a1af8da8_0_14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01227" y="2334812"/>
            <a:ext cx="533214" cy="533214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g3f0a1af8da8_0_1470"/>
          <p:cNvSpPr/>
          <p:nvPr/>
        </p:nvSpPr>
        <p:spPr>
          <a:xfrm>
            <a:off x="8832168" y="2919297"/>
            <a:ext cx="2050800" cy="225600"/>
          </a:xfrm>
          <a:prstGeom prst="roundRect">
            <a:avLst>
              <a:gd fmla="val 18182" name="adj"/>
            </a:avLst>
          </a:prstGeom>
          <a:solidFill>
            <a:srgbClr val="6D28D9">
              <a:alpha val="30199"/>
            </a:srgbClr>
          </a:solidFill>
          <a:ln cap="flat" cmpd="sng" w="14250">
            <a:solidFill>
              <a:srgbClr val="6D28D9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1250" lIns="102525" spcFirstLastPara="1" rIns="102525" wrap="square" tIns="51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9"/>
              <a:buFont typeface="Arial"/>
              <a:buNone/>
            </a:pPr>
            <a:r>
              <a:t/>
            </a:r>
            <a:endParaRPr b="0" i="0" sz="201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g3f0a1af8da8_0_1470"/>
          <p:cNvSpPr/>
          <p:nvPr/>
        </p:nvSpPr>
        <p:spPr>
          <a:xfrm>
            <a:off x="8832168" y="2919297"/>
            <a:ext cx="20508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97"/>
              <a:buFont typeface="Calibri"/>
              <a:buNone/>
            </a:pPr>
            <a:r>
              <a:rPr b="1" i="0" lang="en-US" sz="897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IA / Audio</a:t>
            </a:r>
            <a:endParaRPr b="0" i="0" sz="89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g3f0a1af8da8_0_1470"/>
          <p:cNvSpPr/>
          <p:nvPr/>
        </p:nvSpPr>
        <p:spPr>
          <a:xfrm>
            <a:off x="8811660" y="3165396"/>
            <a:ext cx="2112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50" lIns="102525" spcFirstLastPara="1" rIns="102525" wrap="square" tIns="5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7"/>
              <a:buFont typeface="Calibri"/>
              <a:buNone/>
            </a:pPr>
            <a:r>
              <a:rPr b="1" i="0" lang="en-US" sz="117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+ Librosa + FastA</a:t>
            </a:r>
            <a:r>
              <a:rPr b="1" lang="en-US" sz="117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</a:t>
            </a:r>
            <a:endParaRPr b="0" i="0" sz="11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g3f0a1af8da8_0_1470"/>
          <p:cNvSpPr/>
          <p:nvPr/>
        </p:nvSpPr>
        <p:spPr>
          <a:xfrm>
            <a:off x="8811660" y="3432003"/>
            <a:ext cx="21123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50" lIns="102525" spcFirstLastPara="1" rIns="102525" wrap="square" tIns="5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53"/>
              <a:buFont typeface="Calibri"/>
              <a:buNone/>
            </a:pPr>
            <a:r>
              <a:rPr lang="en-US" sz="953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Extrae el vector de 27 dimensiones con Background Tasks asíncronos y lo guarda en pgvector.</a:t>
            </a:r>
            <a:endParaRPr b="0" i="0" sz="9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g3f0a1af8da8_0_1470"/>
          <p:cNvSpPr/>
          <p:nvPr/>
        </p:nvSpPr>
        <p:spPr>
          <a:xfrm>
            <a:off x="3807659" y="4231813"/>
            <a:ext cx="2276700" cy="1722900"/>
          </a:xfrm>
          <a:prstGeom prst="roundRect">
            <a:avLst>
              <a:gd fmla="val 5952" name="adj"/>
            </a:avLst>
          </a:prstGeom>
          <a:solidFill>
            <a:srgbClr val="78350F"/>
          </a:solidFill>
          <a:ln cap="flat" cmpd="sng" w="14250">
            <a:solidFill>
              <a:srgbClr val="6D28D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13935" rotWithShape="0" algn="bl" dir="8100000" dist="42725">
              <a:srgbClr val="000000">
                <a:alpha val="25099"/>
              </a:srgbClr>
            </a:outerShdw>
          </a:effectLst>
        </p:spPr>
        <p:txBody>
          <a:bodyPr anchorCtr="0" anchor="t" bIns="51250" lIns="102525" spcFirstLastPara="1" rIns="102525" wrap="square" tIns="51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9"/>
              <a:buFont typeface="Arial"/>
              <a:buNone/>
            </a:pPr>
            <a:r>
              <a:t/>
            </a:r>
            <a:endParaRPr b="0" i="0" sz="201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9" name="Google Shape;999;g3f0a1af8da8_0_147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9396" y="4293437"/>
            <a:ext cx="533214" cy="533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g3f0a1af8da8_0_1470"/>
          <p:cNvSpPr/>
          <p:nvPr/>
        </p:nvSpPr>
        <p:spPr>
          <a:xfrm>
            <a:off x="3910200" y="4970109"/>
            <a:ext cx="2050800" cy="225600"/>
          </a:xfrm>
          <a:prstGeom prst="roundRect">
            <a:avLst>
              <a:gd fmla="val 18182" name="adj"/>
            </a:avLst>
          </a:prstGeom>
          <a:solidFill>
            <a:srgbClr val="6D28D9">
              <a:alpha val="30199"/>
            </a:srgbClr>
          </a:solidFill>
          <a:ln cap="flat" cmpd="sng" w="14250">
            <a:solidFill>
              <a:srgbClr val="6D28D9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1250" lIns="102525" spcFirstLastPara="1" rIns="102525" wrap="square" tIns="51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9"/>
              <a:buFont typeface="Arial"/>
              <a:buNone/>
            </a:pPr>
            <a:r>
              <a:t/>
            </a:r>
            <a:endParaRPr b="0" i="0" sz="201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g3f0a1af8da8_0_1470"/>
          <p:cNvSpPr/>
          <p:nvPr/>
        </p:nvSpPr>
        <p:spPr>
          <a:xfrm>
            <a:off x="3910200" y="4970109"/>
            <a:ext cx="20508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97"/>
              <a:buFont typeface="Calibri"/>
              <a:buNone/>
            </a:pPr>
            <a:r>
              <a:rPr b="1" i="0" lang="en-US" sz="897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Deploy PaaS</a:t>
            </a:r>
            <a:endParaRPr b="0" i="0" sz="89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g3f0a1af8da8_0_1470"/>
          <p:cNvSpPr/>
          <p:nvPr/>
        </p:nvSpPr>
        <p:spPr>
          <a:xfrm>
            <a:off x="3889692" y="5216208"/>
            <a:ext cx="2112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50" lIns="102525" spcFirstLastPara="1" rIns="102525" wrap="square" tIns="5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7"/>
              <a:buFont typeface="Calibri"/>
              <a:buNone/>
            </a:pPr>
            <a:r>
              <a:rPr b="1" i="0" lang="en-US" sz="117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Railway + Vercel</a:t>
            </a:r>
            <a:endParaRPr b="0" i="0" sz="11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g3f0a1af8da8_0_1470"/>
          <p:cNvSpPr/>
          <p:nvPr/>
        </p:nvSpPr>
        <p:spPr>
          <a:xfrm>
            <a:off x="3889692" y="5482815"/>
            <a:ext cx="21123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50" lIns="102525" spcFirstLastPara="1" rIns="102525" wrap="square" tIns="5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53"/>
              <a:buFont typeface="Calibri"/>
              <a:buNone/>
            </a:pPr>
            <a:r>
              <a:rPr b="0" i="0" lang="en-US" sz="953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3 servicios en Railway. Frontend en Vercel CDN global</a:t>
            </a:r>
            <a:endParaRPr b="0" i="0" sz="9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g3f0a1af8da8_0_1470"/>
          <p:cNvSpPr/>
          <p:nvPr/>
        </p:nvSpPr>
        <p:spPr>
          <a:xfrm>
            <a:off x="6268646" y="4231813"/>
            <a:ext cx="2276700" cy="1722900"/>
          </a:xfrm>
          <a:prstGeom prst="roundRect">
            <a:avLst>
              <a:gd fmla="val 5952" name="adj"/>
            </a:avLst>
          </a:prstGeom>
          <a:solidFill>
            <a:srgbClr val="92400E"/>
          </a:solidFill>
          <a:ln cap="flat" cmpd="sng" w="14250">
            <a:solidFill>
              <a:srgbClr val="6D28D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13935" rotWithShape="0" algn="bl" dir="8100000" dist="42725">
              <a:srgbClr val="000000">
                <a:alpha val="25099"/>
              </a:srgbClr>
            </a:outerShdw>
          </a:effectLst>
        </p:spPr>
        <p:txBody>
          <a:bodyPr anchorCtr="0" anchor="t" bIns="51250" lIns="102525" spcFirstLastPara="1" rIns="102525" wrap="square" tIns="51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9"/>
              <a:buFont typeface="Arial"/>
              <a:buNone/>
            </a:pPr>
            <a:r>
              <a:t/>
            </a:r>
            <a:endParaRPr b="0" i="0" sz="201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5" name="Google Shape;1005;g3f0a1af8da8_0_147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40396" y="4293437"/>
            <a:ext cx="533214" cy="533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g3f0a1af8da8_0_1470"/>
          <p:cNvSpPr/>
          <p:nvPr/>
        </p:nvSpPr>
        <p:spPr>
          <a:xfrm>
            <a:off x="6371188" y="4970109"/>
            <a:ext cx="2050800" cy="225600"/>
          </a:xfrm>
          <a:prstGeom prst="roundRect">
            <a:avLst>
              <a:gd fmla="val 18182" name="adj"/>
            </a:avLst>
          </a:prstGeom>
          <a:solidFill>
            <a:srgbClr val="6D28D9">
              <a:alpha val="30199"/>
            </a:srgbClr>
          </a:solidFill>
          <a:ln cap="flat" cmpd="sng" w="14250">
            <a:solidFill>
              <a:srgbClr val="6D28D9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1250" lIns="102525" spcFirstLastPara="1" rIns="102525" wrap="square" tIns="51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9"/>
              <a:buFont typeface="Arial"/>
              <a:buNone/>
            </a:pPr>
            <a:r>
              <a:t/>
            </a:r>
            <a:endParaRPr b="0" i="0" sz="201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g3f0a1af8da8_0_1470"/>
          <p:cNvSpPr/>
          <p:nvPr/>
        </p:nvSpPr>
        <p:spPr>
          <a:xfrm>
            <a:off x="6371188" y="4970109"/>
            <a:ext cx="20508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97"/>
              <a:buFont typeface="Calibri"/>
              <a:buNone/>
            </a:pPr>
            <a:r>
              <a:rPr b="1" i="0" lang="en-US" sz="897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Storage IaaS</a:t>
            </a:r>
            <a:endParaRPr b="0" i="0" sz="89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g3f0a1af8da8_0_1470"/>
          <p:cNvSpPr/>
          <p:nvPr/>
        </p:nvSpPr>
        <p:spPr>
          <a:xfrm>
            <a:off x="6350679" y="5216208"/>
            <a:ext cx="2112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50" lIns="102525" spcFirstLastPara="1" rIns="102525" wrap="square" tIns="5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7"/>
              <a:buFont typeface="Calibri"/>
              <a:buNone/>
            </a:pPr>
            <a:r>
              <a:rPr b="1" i="0" lang="en-US" sz="117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S3</a:t>
            </a:r>
            <a:endParaRPr b="0" i="0" sz="117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g3f0a1af8da8_0_1470"/>
          <p:cNvSpPr/>
          <p:nvPr/>
        </p:nvSpPr>
        <p:spPr>
          <a:xfrm>
            <a:off x="6350679" y="5482815"/>
            <a:ext cx="21123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250" lIns="102525" spcFirstLastPara="1" rIns="102525" wrap="square" tIns="51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53"/>
              <a:buFont typeface="Calibri"/>
              <a:buNone/>
            </a:pPr>
            <a:r>
              <a:rPr b="0" i="0" lang="en-US" sz="953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Audios subidos directo via </a:t>
            </a:r>
            <a:r>
              <a:rPr lang="en-US" sz="953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pre signed</a:t>
            </a:r>
            <a:r>
              <a:rPr b="0" i="0" lang="en-US" sz="953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 URLs. 5 GB free</a:t>
            </a:r>
            <a:endParaRPr b="0" i="0" sz="95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g3f0a1af8da8_0_1470"/>
          <p:cNvSpPr/>
          <p:nvPr/>
        </p:nvSpPr>
        <p:spPr>
          <a:xfrm>
            <a:off x="730479" y="1282305"/>
            <a:ext cx="3520800" cy="1920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691D"/>
        </a:solidFill>
      </p:bgPr>
    </p:bg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3f0a1af8da8_0_829"/>
          <p:cNvSpPr txBox="1"/>
          <p:nvPr>
            <p:ph idx="6" type="title"/>
          </p:nvPr>
        </p:nvSpPr>
        <p:spPr>
          <a:xfrm>
            <a:off x="954633" y="593367"/>
            <a:ext cx="10282800" cy="765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Tres roles, tres capas de la arquitectura</a:t>
            </a:r>
            <a:endParaRPr/>
          </a:p>
        </p:txBody>
      </p:sp>
      <p:sp>
        <p:nvSpPr>
          <p:cNvPr id="1016" name="Google Shape;1016;g3f0a1af8da8_0_829"/>
          <p:cNvSpPr txBox="1"/>
          <p:nvPr>
            <p:ph type="title"/>
          </p:nvPr>
        </p:nvSpPr>
        <p:spPr>
          <a:xfrm>
            <a:off x="1814258" y="2077467"/>
            <a:ext cx="3131700" cy="504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>
                <a:solidFill>
                  <a:srgbClr val="E5E0D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Marcelo Palma</a:t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017" name="Google Shape;1017;g3f0a1af8da8_0_829"/>
          <p:cNvSpPr txBox="1"/>
          <p:nvPr>
            <p:ph idx="1" type="subTitle"/>
          </p:nvPr>
        </p:nvSpPr>
        <p:spPr>
          <a:xfrm>
            <a:off x="1086825" y="2775450"/>
            <a:ext cx="3644400" cy="1307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400">
                <a:latin typeface="Google Sans Flex"/>
                <a:ea typeface="Google Sans Flex"/>
                <a:cs typeface="Google Sans Flex"/>
                <a:sym typeface="Google Sans Flex"/>
              </a:rPr>
              <a:t>Scrum Master + Dev Backend</a:t>
            </a:r>
            <a:endParaRPr sz="14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400">
                <a:latin typeface="Google Sans Flex"/>
                <a:ea typeface="Google Sans Flex"/>
                <a:cs typeface="Google Sans Flex"/>
                <a:sym typeface="Google Sans Flex"/>
              </a:rPr>
              <a:t>Desarrollo de API REST con Node.js, PostgreSQL + pgvector, JWT, URLs </a:t>
            </a:r>
            <a:r>
              <a:rPr lang="en-US" sz="1400">
                <a:latin typeface="Google Sans Flex"/>
                <a:ea typeface="Google Sans Flex"/>
                <a:cs typeface="Google Sans Flex"/>
                <a:sym typeface="Google Sans Flex"/>
              </a:rPr>
              <a:t>pre firmadas</a:t>
            </a:r>
            <a:r>
              <a:rPr lang="en-US" sz="1400">
                <a:latin typeface="Google Sans Flex"/>
                <a:ea typeface="Google Sans Flex"/>
                <a:cs typeface="Google Sans Flex"/>
                <a:sym typeface="Google Sans Flex"/>
              </a:rPr>
              <a:t> de S3, procesamiento asíncrono, despliegue en Railway y coordinación del equipo.</a:t>
            </a:r>
            <a:endParaRPr sz="14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4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018" name="Google Shape;1018;g3f0a1af8da8_0_829"/>
          <p:cNvSpPr txBox="1"/>
          <p:nvPr>
            <p:ph idx="2" type="title"/>
          </p:nvPr>
        </p:nvSpPr>
        <p:spPr>
          <a:xfrm>
            <a:off x="2229558" y="4580300"/>
            <a:ext cx="3131700" cy="504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DM Serif Display"/>
                <a:ea typeface="DM Serif Display"/>
                <a:cs typeface="DM Serif Display"/>
                <a:sym typeface="DM Serif Display"/>
              </a:rPr>
              <a:t>Julio Silva</a:t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019" name="Google Shape;1019;g3f0a1af8da8_0_829"/>
          <p:cNvSpPr txBox="1"/>
          <p:nvPr>
            <p:ph idx="3" type="subTitle"/>
          </p:nvPr>
        </p:nvSpPr>
        <p:spPr>
          <a:xfrm>
            <a:off x="1597583" y="5216000"/>
            <a:ext cx="3170100" cy="1209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400">
                <a:latin typeface="Google Sans Flex"/>
                <a:ea typeface="Google Sans Flex"/>
                <a:cs typeface="Google Sans Flex"/>
                <a:sym typeface="Google Sans Flex"/>
              </a:rPr>
              <a:t>Dev Frontend + UX</a:t>
            </a:r>
            <a:endParaRPr sz="14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400">
                <a:latin typeface="Google Sans Flex"/>
                <a:ea typeface="Google Sans Flex"/>
                <a:cs typeface="Google Sans Flex"/>
                <a:sym typeface="Google Sans Flex"/>
              </a:rPr>
              <a:t>Implementación en React + Vite, TanStack Query para el polling del análisis, carga directa a S3, integración con Leaflet.js y diseño adaptable.</a:t>
            </a:r>
            <a:endParaRPr sz="14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4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020" name="Google Shape;1020;g3f0a1af8da8_0_829"/>
          <p:cNvSpPr txBox="1"/>
          <p:nvPr>
            <p:ph idx="4" type="title"/>
          </p:nvPr>
        </p:nvSpPr>
        <p:spPr>
          <a:xfrm>
            <a:off x="8112667" y="3136700"/>
            <a:ext cx="3131700" cy="504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DM Serif Display"/>
                <a:ea typeface="DM Serif Display"/>
                <a:cs typeface="DM Serif Display"/>
                <a:sym typeface="DM Serif Display"/>
              </a:rPr>
              <a:t>Ignacio Farias</a:t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021" name="Google Shape;1021;g3f0a1af8da8_0_829"/>
          <p:cNvSpPr txBox="1"/>
          <p:nvPr>
            <p:ph idx="5" type="subTitle"/>
          </p:nvPr>
        </p:nvSpPr>
        <p:spPr>
          <a:xfrm>
            <a:off x="8112667" y="3640700"/>
            <a:ext cx="3170100" cy="1209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Roboto"/>
              <a:buNone/>
            </a:pPr>
            <a:r>
              <a:rPr b="1" lang="en-US" sz="1400">
                <a:solidFill>
                  <a:srgbClr val="E5E0D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Dev IA + Audio</a:t>
            </a:r>
            <a:endParaRPr sz="1400">
              <a:solidFill>
                <a:schemeClr val="dk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Roboto"/>
              <a:buNone/>
            </a:pPr>
            <a:r>
              <a:rPr lang="en-US" sz="1400">
                <a:solidFill>
                  <a:srgbClr val="E5E0D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Microservicio en Python FastAPI ASYNC, Librosa, Background Tasks, análisis de demostraciones de audio y despliegue en Railway.</a:t>
            </a:r>
            <a:endParaRPr sz="1400">
              <a:solidFill>
                <a:schemeClr val="dk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400">
              <a:solidFill>
                <a:srgbClr val="E5E0D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descr="preencoded.png" id="1022" name="Google Shape;1022;g3f0a1af8da8_0_8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2175" y="2225438"/>
            <a:ext cx="1488075" cy="148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3" name="Google Shape;1023;g3f0a1af8da8_0_8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5949" y="4580300"/>
            <a:ext cx="1580899" cy="1580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4" name="Google Shape;1024;g3f0a1af8da8_0_8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0249" y="3136700"/>
            <a:ext cx="1713856" cy="171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3f0a90f64ad_0_181"/>
          <p:cNvSpPr/>
          <p:nvPr/>
        </p:nvSpPr>
        <p:spPr>
          <a:xfrm>
            <a:off x="661475" y="811113"/>
            <a:ext cx="2043900" cy="309000"/>
          </a:xfrm>
          <a:prstGeom prst="roundRect">
            <a:avLst>
              <a:gd fmla="val 39656" name="adj"/>
            </a:avLst>
          </a:prstGeom>
          <a:solidFill>
            <a:srgbClr val="4B1E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g3f0a90f64ad_0_181"/>
          <p:cNvSpPr/>
          <p:nvPr/>
        </p:nvSpPr>
        <p:spPr>
          <a:xfrm>
            <a:off x="763469" y="862112"/>
            <a:ext cx="24495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Roboto"/>
              <a:buNone/>
            </a:pPr>
            <a:r>
              <a:rPr lang="en-US" sz="10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04 · ALCANCE DEL PROYECTO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g3f0a90f64ad_0_181"/>
          <p:cNvSpPr/>
          <p:nvPr/>
        </p:nvSpPr>
        <p:spPr>
          <a:xfrm>
            <a:off x="2014388" y="1119974"/>
            <a:ext cx="81633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Saira Medium"/>
              <a:buNone/>
            </a:pPr>
            <a:r>
              <a:rPr lang="en-US" sz="31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Presentación de la Solución </a:t>
            </a:r>
            <a:endParaRPr sz="31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32" name="Google Shape;1032;g3f0a90f64ad_0_181"/>
          <p:cNvSpPr/>
          <p:nvPr/>
        </p:nvSpPr>
        <p:spPr>
          <a:xfrm>
            <a:off x="6295209" y="2533902"/>
            <a:ext cx="5226900" cy="14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3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Es el momento de observar Bandify  en funcionamiento.</a:t>
            </a:r>
            <a:endParaRPr sz="1903">
              <a:solidFill>
                <a:srgbClr val="E5E0D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3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En esta demostración en vivo, revisaremos las funcionalidades clave que convierten a nuestra plataforma en una herramienta idónea para músicos independientes chilenos.</a:t>
            </a:r>
            <a:endParaRPr sz="1903">
              <a:solidFill>
                <a:srgbClr val="E5E0D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903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Asimismo, analizaremos cómo simplifica los procesos de colaboración y fortalece la creatividad.</a:t>
            </a:r>
            <a:endParaRPr sz="1903">
              <a:solidFill>
                <a:srgbClr val="E5E0D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g3f0a90f64ad_0_181"/>
          <p:cNvSpPr/>
          <p:nvPr/>
        </p:nvSpPr>
        <p:spPr>
          <a:xfrm>
            <a:off x="4029929" y="1651579"/>
            <a:ext cx="3520800" cy="1920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4" name="Google Shape;1034;g3f0a90f64ad_0_181"/>
          <p:cNvGrpSpPr/>
          <p:nvPr/>
        </p:nvGrpSpPr>
        <p:grpSpPr>
          <a:xfrm rot="-9407222">
            <a:off x="8127368" y="334456"/>
            <a:ext cx="4917648" cy="1232563"/>
            <a:chOff x="-295975" y="3281013"/>
            <a:chExt cx="10437750" cy="1619300"/>
          </a:xfrm>
        </p:grpSpPr>
        <p:sp>
          <p:nvSpPr>
            <p:cNvPr id="1035" name="Google Shape;1035;g3f0a90f64ad_0_181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36" name="Google Shape;1036;g3f0a90f64ad_0_181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37" name="Google Shape;1037;g3f0a90f64ad_0_181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38" name="Google Shape;1038;g3f0a90f64ad_0_181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39" name="Google Shape;1039;g3f0a90f64ad_0_181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040" name="Google Shape;1040;g3f0a90f64ad_0_181"/>
          <p:cNvGrpSpPr/>
          <p:nvPr/>
        </p:nvGrpSpPr>
        <p:grpSpPr>
          <a:xfrm>
            <a:off x="661481" y="2486334"/>
            <a:ext cx="5004854" cy="3639782"/>
            <a:chOff x="331763" y="414153"/>
            <a:chExt cx="6903246" cy="5019697"/>
          </a:xfrm>
        </p:grpSpPr>
        <p:sp>
          <p:nvSpPr>
            <p:cNvPr id="1041" name="Google Shape;1041;g3f0a90f64ad_0_181"/>
            <p:cNvSpPr/>
            <p:nvPr/>
          </p:nvSpPr>
          <p:spPr>
            <a:xfrm>
              <a:off x="2953125" y="4725150"/>
              <a:ext cx="1660725" cy="708700"/>
            </a:xfrm>
            <a:custGeom>
              <a:rect b="b" l="l" r="r" t="t"/>
              <a:pathLst>
                <a:path extrusionOk="0" h="28348" w="66429">
                  <a:moveTo>
                    <a:pt x="6889" y="1"/>
                  </a:moveTo>
                  <a:lnTo>
                    <a:pt x="1" y="28347"/>
                  </a:lnTo>
                  <a:lnTo>
                    <a:pt x="66429" y="28347"/>
                  </a:lnTo>
                  <a:lnTo>
                    <a:pt x="59475" y="1"/>
                  </a:lnTo>
                  <a:lnTo>
                    <a:pt x="33182" y="464"/>
                  </a:lnTo>
                  <a:lnTo>
                    <a:pt x="6889" y="1"/>
                  </a:lnTo>
                  <a:close/>
                </a:path>
              </a:pathLst>
            </a:custGeom>
            <a:solidFill>
              <a:srgbClr val="6B6F59"/>
            </a:solidFill>
            <a:ln>
              <a:noFill/>
            </a:ln>
          </p:spPr>
          <p:txBody>
            <a:bodyPr anchorCtr="0" anchor="ctr" bIns="133275" lIns="133275" spcFirstLastPara="1" rIns="133275" wrap="square" tIns="133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g3f0a90f64ad_0_181"/>
            <p:cNvSpPr/>
            <p:nvPr/>
          </p:nvSpPr>
          <p:spPr>
            <a:xfrm>
              <a:off x="331763" y="414153"/>
              <a:ext cx="6903246" cy="4353879"/>
            </a:xfrm>
            <a:custGeom>
              <a:rect b="b" l="l" r="r" t="t"/>
              <a:pathLst>
                <a:path extrusionOk="0" h="181204" w="248162">
                  <a:moveTo>
                    <a:pt x="4636" y="0"/>
                  </a:moveTo>
                  <a:cubicBezTo>
                    <a:pt x="2053" y="0"/>
                    <a:pt x="0" y="2053"/>
                    <a:pt x="0" y="4636"/>
                  </a:cubicBezTo>
                  <a:lnTo>
                    <a:pt x="0" y="176634"/>
                  </a:lnTo>
                  <a:cubicBezTo>
                    <a:pt x="0" y="179151"/>
                    <a:pt x="2053" y="181204"/>
                    <a:pt x="4636" y="181204"/>
                  </a:cubicBezTo>
                  <a:lnTo>
                    <a:pt x="243526" y="181204"/>
                  </a:lnTo>
                  <a:cubicBezTo>
                    <a:pt x="246109" y="181204"/>
                    <a:pt x="248162" y="179151"/>
                    <a:pt x="248162" y="176634"/>
                  </a:cubicBezTo>
                  <a:lnTo>
                    <a:pt x="248162" y="4636"/>
                  </a:lnTo>
                  <a:cubicBezTo>
                    <a:pt x="248162" y="2053"/>
                    <a:pt x="246109" y="0"/>
                    <a:pt x="243526" y="0"/>
                  </a:cubicBezTo>
                  <a:close/>
                </a:path>
              </a:pathLst>
            </a:custGeom>
            <a:solidFill>
              <a:srgbClr val="6B6F59"/>
            </a:solidFill>
            <a:ln>
              <a:noFill/>
            </a:ln>
          </p:spPr>
          <p:txBody>
            <a:bodyPr anchorCtr="0" anchor="ctr" bIns="133275" lIns="133275" spcFirstLastPara="1" rIns="133275" wrap="square" tIns="133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g3f0a90f64ad_0_181"/>
            <p:cNvSpPr/>
            <p:nvPr/>
          </p:nvSpPr>
          <p:spPr>
            <a:xfrm>
              <a:off x="547300" y="600323"/>
              <a:ext cx="6472159" cy="3981525"/>
            </a:xfrm>
            <a:custGeom>
              <a:rect b="b" l="l" r="r" t="t"/>
              <a:pathLst>
                <a:path extrusionOk="0" h="165707" w="232665">
                  <a:moveTo>
                    <a:pt x="1" y="1"/>
                  </a:moveTo>
                  <a:lnTo>
                    <a:pt x="1" y="24307"/>
                  </a:lnTo>
                  <a:lnTo>
                    <a:pt x="1" y="165707"/>
                  </a:lnTo>
                  <a:lnTo>
                    <a:pt x="232665" y="165707"/>
                  </a:lnTo>
                  <a:lnTo>
                    <a:pt x="232665" y="121532"/>
                  </a:lnTo>
                  <a:lnTo>
                    <a:pt x="232665" y="1"/>
                  </a:lnTo>
                  <a:close/>
                </a:path>
              </a:pathLst>
            </a:custGeom>
            <a:solidFill>
              <a:srgbClr val="6B6F59"/>
            </a:solidFill>
            <a:ln>
              <a:noFill/>
            </a:ln>
          </p:spPr>
          <p:txBody>
            <a:bodyPr anchorCtr="0" anchor="ctr" bIns="133275" lIns="133275" spcFirstLastPara="1" rIns="133275" wrap="square" tIns="133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g3f0a90f64ad_0_181"/>
            <p:cNvSpPr/>
            <p:nvPr/>
          </p:nvSpPr>
          <p:spPr>
            <a:xfrm>
              <a:off x="2772650" y="5206975"/>
              <a:ext cx="2020025" cy="226875"/>
            </a:xfrm>
            <a:custGeom>
              <a:rect b="b" l="l" r="r" t="t"/>
              <a:pathLst>
                <a:path extrusionOk="0" h="9075" w="80801">
                  <a:moveTo>
                    <a:pt x="4571" y="1"/>
                  </a:moveTo>
                  <a:cubicBezTo>
                    <a:pt x="2054" y="1"/>
                    <a:pt x="1" y="2054"/>
                    <a:pt x="1" y="4570"/>
                  </a:cubicBezTo>
                  <a:cubicBezTo>
                    <a:pt x="1" y="7021"/>
                    <a:pt x="2054" y="9074"/>
                    <a:pt x="4571" y="9074"/>
                  </a:cubicBezTo>
                  <a:lnTo>
                    <a:pt x="76297" y="9074"/>
                  </a:lnTo>
                  <a:cubicBezTo>
                    <a:pt x="78814" y="9074"/>
                    <a:pt x="80801" y="7021"/>
                    <a:pt x="80801" y="4570"/>
                  </a:cubicBezTo>
                  <a:cubicBezTo>
                    <a:pt x="80801" y="2054"/>
                    <a:pt x="78814" y="1"/>
                    <a:pt x="76297" y="1"/>
                  </a:cubicBezTo>
                  <a:close/>
                </a:path>
              </a:pathLst>
            </a:custGeom>
            <a:solidFill>
              <a:srgbClr val="6B6F59"/>
            </a:solidFill>
            <a:ln>
              <a:noFill/>
            </a:ln>
          </p:spPr>
          <p:txBody>
            <a:bodyPr anchorCtr="0" anchor="ctr" bIns="133275" lIns="133275" spcFirstLastPara="1" rIns="133275" wrap="square" tIns="133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45" name="Google Shape;1045;g3f0a90f64ad_0_181" title="Captura de pantalla 2026-07-03 194807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10919" r="10919" t="0"/>
          <a:stretch/>
        </p:blipFill>
        <p:spPr>
          <a:xfrm>
            <a:off x="795525" y="2576518"/>
            <a:ext cx="4736973" cy="2889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19"/>
          <p:cNvSpPr/>
          <p:nvPr/>
        </p:nvSpPr>
        <p:spPr>
          <a:xfrm>
            <a:off x="521525" y="2275062"/>
            <a:ext cx="5471700" cy="3052200"/>
          </a:xfrm>
          <a:prstGeom prst="roundRect">
            <a:avLst>
              <a:gd fmla="val 5968" name="adj"/>
            </a:avLst>
          </a:prstGeom>
          <a:solidFill>
            <a:srgbClr val="FC8337">
              <a:alpha val="749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19"/>
          <p:cNvSpPr/>
          <p:nvPr/>
        </p:nvSpPr>
        <p:spPr>
          <a:xfrm>
            <a:off x="661475" y="578350"/>
            <a:ext cx="1940100" cy="355200"/>
          </a:xfrm>
          <a:prstGeom prst="roundRect">
            <a:avLst>
              <a:gd fmla="val 38314" name="adj"/>
            </a:avLst>
          </a:prstGeom>
          <a:solidFill>
            <a:srgbClr val="4B1E0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19"/>
          <p:cNvSpPr/>
          <p:nvPr/>
        </p:nvSpPr>
        <p:spPr>
          <a:xfrm>
            <a:off x="774879" y="635000"/>
            <a:ext cx="2141285" cy="241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Roboto"/>
              <a:buNone/>
            </a:pPr>
            <a:r>
              <a:rPr lang="en-US" sz="115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10 · CONTROL DE CALIDAD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19"/>
          <p:cNvSpPr/>
          <p:nvPr/>
        </p:nvSpPr>
        <p:spPr>
          <a:xfrm>
            <a:off x="661475" y="1125804"/>
            <a:ext cx="104436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Saira Medium"/>
              <a:buNone/>
            </a:pPr>
            <a:r>
              <a:rPr lang="en-US" sz="37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Certificación de avances y ambiente de pruebas</a:t>
            </a:r>
            <a:endParaRPr sz="3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54" name="Google Shape;1054;p19"/>
          <p:cNvSpPr/>
          <p:nvPr/>
        </p:nvSpPr>
        <p:spPr>
          <a:xfrm>
            <a:off x="661475" y="2275068"/>
            <a:ext cx="3713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Saira Medium"/>
              <a:buNone/>
            </a:pPr>
            <a:r>
              <a:rPr lang="en-US" sz="185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Certificación de Avances</a:t>
            </a:r>
            <a:endParaRPr sz="185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055" name="Google Shape;1055;p19"/>
          <p:cNvSpPr/>
          <p:nvPr/>
        </p:nvSpPr>
        <p:spPr>
          <a:xfrm>
            <a:off x="521515" y="2755446"/>
            <a:ext cx="5203800" cy="30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3915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41"/>
              <a:buFont typeface="Roboto"/>
              <a:buChar char="•"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Pull Requests obligatorios:</a:t>
            </a: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ninguna funcionalidad se fusiona a develop sin revisión, capturas/video y pruebas pasando.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1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41"/>
              <a:buFont typeface="Roboto"/>
              <a:buChar char="•"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Demos por sprint:</a:t>
            </a: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al cierre de cada sprint se </a:t>
            </a: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muestran</a:t>
            </a: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las funcionalidades completadas al docente.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1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41"/>
              <a:buFont typeface="Roboto"/>
              <a:buChar char="•"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GitHub Projects:</a:t>
            </a: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tablero Kanban con historial de tareas completadas como evidencia de avance real.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1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41"/>
              <a:buFont typeface="Roboto"/>
              <a:buChar char="•"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GitFlow + Conventional Commits:</a:t>
            </a: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el historial fechado demuestra trabajo constante durante el semestre, no concentrado en la entrega.</a:t>
            </a:r>
            <a:endParaRPr b="1" sz="174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19"/>
          <p:cNvSpPr/>
          <p:nvPr/>
        </p:nvSpPr>
        <p:spPr>
          <a:xfrm>
            <a:off x="6586452" y="2241700"/>
            <a:ext cx="4062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Saira Medium"/>
              <a:buNone/>
            </a:pPr>
            <a:r>
              <a:rPr lang="en-US" sz="1850">
                <a:solidFill>
                  <a:schemeClr val="accent2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Ambiente de Pruebas y Seguridad</a:t>
            </a:r>
            <a:endParaRPr sz="1850">
              <a:solidFill>
                <a:schemeClr val="accent2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057" name="Google Shape;1057;p19"/>
          <p:cNvSpPr/>
          <p:nvPr/>
        </p:nvSpPr>
        <p:spPr>
          <a:xfrm>
            <a:off x="6332775" y="2536901"/>
            <a:ext cx="5203800" cy="30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3915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5E0DF"/>
              </a:buClr>
              <a:buSzPts val="1741"/>
              <a:buFont typeface="Roboto"/>
              <a:buChar char="•"/>
            </a:pPr>
            <a:r>
              <a:rPr b="1" lang="en-US" sz="15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Ambiente de pruebas:</a:t>
            </a:r>
            <a:r>
              <a:rPr lang="en-US" sz="15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réplica de la configuración del servidor de producción (Railway) con las mismas versiones y variables de entorno.</a:t>
            </a:r>
            <a:endParaRPr sz="1500">
              <a:solidFill>
                <a:srgbClr val="E5E0D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1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41"/>
              <a:buFont typeface="Roboto"/>
              <a:buChar char="•"/>
            </a:pPr>
            <a:r>
              <a:rPr b="1" lang="en-US" sz="15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Respaldo de datos:</a:t>
            </a:r>
            <a:r>
              <a:rPr lang="en-US" sz="15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copia de seguridad de la base de producción restaurada en la instancia aislada Postgres-QA (Evidencia_Backup_QA).</a:t>
            </a:r>
            <a:endParaRPr sz="1500">
              <a:solidFill>
                <a:srgbClr val="E5E0D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1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41"/>
              <a:buFont typeface="Roboto"/>
              <a:buChar char="•"/>
            </a:pPr>
            <a:r>
              <a:rPr b="1" lang="en-US" sz="15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SAST — SonarCloud:</a:t>
            </a:r>
            <a:r>
              <a:rPr lang="en-US" sz="15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18 vulnerabilidades detectadas y remediadas; calificación de seguridad A tras el hardening.</a:t>
            </a:r>
            <a:endParaRPr sz="1500">
              <a:solidFill>
                <a:srgbClr val="E5E0D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15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41"/>
              <a:buFont typeface="Roboto"/>
              <a:buChar char="•"/>
            </a:pPr>
            <a:r>
              <a:rPr b="1" lang="en-US" sz="15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DAST — OWASP ZAP:</a:t>
            </a:r>
            <a:r>
              <a:rPr lang="en-US" sz="15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 escaneo dinámico sobre la app en producción; A+ en SecurityHeaders.com tras el hardening.</a:t>
            </a:r>
            <a:endParaRPr b="1" sz="1741">
              <a:solidFill>
                <a:srgbClr val="E5E0D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19"/>
          <p:cNvSpPr/>
          <p:nvPr/>
        </p:nvSpPr>
        <p:spPr>
          <a:xfrm>
            <a:off x="757629" y="1697288"/>
            <a:ext cx="3520800" cy="1920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9" name="Google Shape;1059;p19"/>
          <p:cNvGrpSpPr/>
          <p:nvPr/>
        </p:nvGrpSpPr>
        <p:grpSpPr>
          <a:xfrm rot="10800000">
            <a:off x="-748042" y="5807650"/>
            <a:ext cx="14654601" cy="1619300"/>
            <a:chOff x="-295975" y="3281013"/>
            <a:chExt cx="10437750" cy="1619300"/>
          </a:xfrm>
        </p:grpSpPr>
        <p:sp>
          <p:nvSpPr>
            <p:cNvPr id="1060" name="Google Shape;1060;p19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61" name="Google Shape;1061;p19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62" name="Google Shape;1062;p19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63" name="Google Shape;1063;p19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64" name="Google Shape;1064;p19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6"/>
          <p:cNvSpPr/>
          <p:nvPr/>
        </p:nvSpPr>
        <p:spPr>
          <a:xfrm>
            <a:off x="1285050" y="1028250"/>
            <a:ext cx="9662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50"/>
              <a:buFont typeface="Saira Medium"/>
              <a:buNone/>
            </a:pPr>
            <a:r>
              <a:rPr lang="en-US" sz="365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Estrategia de Pruebas: Pirámide de Testing en 3 niveles</a:t>
            </a:r>
            <a:endParaRPr sz="365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71" name="Google Shape;1071;p16"/>
          <p:cNvSpPr/>
          <p:nvPr/>
        </p:nvSpPr>
        <p:spPr>
          <a:xfrm>
            <a:off x="1462625" y="1809113"/>
            <a:ext cx="9662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"/>
              <a:buNone/>
            </a:pPr>
            <a:r>
              <a:rPr lang="en-US" sz="17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Para garantizar una experiencia óptima en Bandify, implementamos rigurosos procesos de pruebas funcionales y aseguramiento de calidad.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16"/>
          <p:cNvSpPr/>
          <p:nvPr/>
        </p:nvSpPr>
        <p:spPr>
          <a:xfrm>
            <a:off x="1969818" y="2664820"/>
            <a:ext cx="2399100" cy="1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22"/>
              <a:buFont typeface="Roboto"/>
              <a:buNone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Automatizadas (base):</a:t>
            </a: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22"/>
              <a:buFont typeface="Roboto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288 pruebas con Jest, Vitest y pytest sobre los componentes críticos: middlewares JWT, motor de matching vectorial y webhooks de pago. 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16"/>
          <p:cNvSpPr/>
          <p:nvPr/>
        </p:nvSpPr>
        <p:spPr>
          <a:xfrm>
            <a:off x="7167250" y="2664825"/>
            <a:ext cx="34128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Funcionales de sistema (caja negra):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21 casos de prueba (CP-01 a CP-21) ejecutados sobre un entorno QA aislado: instancia Postgres-QA restaurada desde un 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respaldo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producción. 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16"/>
          <p:cNvSpPr/>
          <p:nvPr/>
        </p:nvSpPr>
        <p:spPr>
          <a:xfrm>
            <a:off x="6315250" y="4868950"/>
            <a:ext cx="40686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"/>
              <a:buNone/>
            </a:pPr>
            <a:r>
              <a:rPr lang="en-US" sz="16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Nuestro objetivo es ofrecer una plataforma estable y confiable, permitiendo que los artistas concentren plenamente su atención en su creatividad musical.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16"/>
          <p:cNvSpPr txBox="1"/>
          <p:nvPr/>
        </p:nvSpPr>
        <p:spPr>
          <a:xfrm>
            <a:off x="1285050" y="2589974"/>
            <a:ext cx="767700" cy="1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75" lIns="83375" spcFirstLastPara="1" rIns="83375" wrap="square" tIns="8337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78">
                <a:solidFill>
                  <a:schemeClr val="lt1"/>
                </a:solidFill>
                <a:highlight>
                  <a:srgbClr val="E2691D"/>
                </a:highlight>
                <a:latin typeface="Great Vibes"/>
                <a:ea typeface="Great Vibes"/>
                <a:cs typeface="Great Vibes"/>
                <a:sym typeface="Great Vibes"/>
              </a:rPr>
              <a:t>1</a:t>
            </a:r>
            <a:r>
              <a:rPr lang="en-US" sz="7478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.</a:t>
            </a:r>
            <a:endParaRPr sz="7478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1076" name="Google Shape;1076;p16"/>
          <p:cNvSpPr txBox="1"/>
          <p:nvPr/>
        </p:nvSpPr>
        <p:spPr>
          <a:xfrm>
            <a:off x="6234550" y="2664825"/>
            <a:ext cx="8418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00">
                <a:solidFill>
                  <a:schemeClr val="lt1"/>
                </a:solidFill>
                <a:highlight>
                  <a:schemeClr val="accent2"/>
                </a:highlight>
                <a:latin typeface="Great Vibes"/>
                <a:ea typeface="Great Vibes"/>
                <a:cs typeface="Great Vibes"/>
                <a:sym typeface="Great Vibes"/>
              </a:rPr>
              <a:t>2</a:t>
            </a:r>
            <a:r>
              <a:rPr lang="en-US" sz="8200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.</a:t>
            </a:r>
            <a:endParaRPr sz="8200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1077" name="Google Shape;1077;p16"/>
          <p:cNvSpPr/>
          <p:nvPr/>
        </p:nvSpPr>
        <p:spPr>
          <a:xfrm>
            <a:off x="2135601" y="4625792"/>
            <a:ext cx="2964600" cy="1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22"/>
              <a:buFont typeface="Roboto"/>
              <a:buNone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Aceptación de usuario (UAT): </a:t>
            </a:r>
            <a:endParaRPr b="1"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22"/>
              <a:buFont typeface="Roboto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grupo de control de 4 usuarios reales de la industria; hallazgos clasificados por gravedad y mejoras documentadas en bitácora.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16"/>
          <p:cNvSpPr txBox="1"/>
          <p:nvPr/>
        </p:nvSpPr>
        <p:spPr>
          <a:xfrm>
            <a:off x="1285050" y="4625788"/>
            <a:ext cx="767700" cy="1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75" lIns="83375" spcFirstLastPara="1" rIns="83375" wrap="square" tIns="8337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78">
                <a:solidFill>
                  <a:schemeClr val="lt1"/>
                </a:solidFill>
                <a:highlight>
                  <a:schemeClr val="accent2"/>
                </a:highlight>
                <a:latin typeface="Great Vibes"/>
                <a:ea typeface="Great Vibes"/>
                <a:cs typeface="Great Vibes"/>
                <a:sym typeface="Great Vibes"/>
              </a:rPr>
              <a:t>3</a:t>
            </a:r>
            <a:r>
              <a:rPr lang="en-US" sz="7478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.</a:t>
            </a:r>
            <a:endParaRPr sz="7478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grpSp>
        <p:nvGrpSpPr>
          <p:cNvPr id="1079" name="Google Shape;1079;p16"/>
          <p:cNvGrpSpPr/>
          <p:nvPr/>
        </p:nvGrpSpPr>
        <p:grpSpPr>
          <a:xfrm rot="-5400000">
            <a:off x="5617520" y="1681116"/>
            <a:ext cx="10700781" cy="1619300"/>
            <a:chOff x="-295975" y="3281013"/>
            <a:chExt cx="10437750" cy="1619300"/>
          </a:xfrm>
        </p:grpSpPr>
        <p:sp>
          <p:nvSpPr>
            <p:cNvPr id="1080" name="Google Shape;1080;p16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81" name="Google Shape;1081;p16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82" name="Google Shape;1082;p16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83" name="Google Shape;1083;p16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84" name="Google Shape;1084;p16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085" name="Google Shape;1085;p16"/>
          <p:cNvSpPr/>
          <p:nvPr/>
        </p:nvSpPr>
        <p:spPr>
          <a:xfrm>
            <a:off x="4123384" y="1686567"/>
            <a:ext cx="3520800" cy="1920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18"/>
          <p:cNvSpPr/>
          <p:nvPr/>
        </p:nvSpPr>
        <p:spPr>
          <a:xfrm>
            <a:off x="661475" y="578346"/>
            <a:ext cx="2400000" cy="286345"/>
          </a:xfrm>
          <a:prstGeom prst="roundRect">
            <a:avLst>
              <a:gd fmla="val 40000" name="adj"/>
            </a:avLst>
          </a:prstGeom>
          <a:solidFill>
            <a:srgbClr val="4B1E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18"/>
          <p:cNvSpPr txBox="1"/>
          <p:nvPr/>
        </p:nvSpPr>
        <p:spPr>
          <a:xfrm>
            <a:off x="774879" y="618969"/>
            <a:ext cx="230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10 · PLAN DE PRUEBAS</a:t>
            </a:r>
            <a:endParaRPr/>
          </a:p>
        </p:txBody>
      </p:sp>
      <p:sp>
        <p:nvSpPr>
          <p:cNvPr id="1092" name="Google Shape;1092;p18"/>
          <p:cNvSpPr txBox="1"/>
          <p:nvPr/>
        </p:nvSpPr>
        <p:spPr>
          <a:xfrm>
            <a:off x="661475" y="900000"/>
            <a:ext cx="100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Saira Medium"/>
                <a:ea typeface="Saira Medium"/>
                <a:cs typeface="Saira Medium"/>
                <a:sym typeface="Saira Medium"/>
              </a:rPr>
              <a:t>Plan de Pruebas de Software</a:t>
            </a:r>
            <a:endParaRPr/>
          </a:p>
        </p:txBody>
      </p:sp>
      <p:sp>
        <p:nvSpPr>
          <p:cNvPr id="1093" name="Google Shape;1093;p18"/>
          <p:cNvSpPr txBox="1"/>
          <p:nvPr/>
        </p:nvSpPr>
        <p:spPr>
          <a:xfrm>
            <a:off x="661475" y="1520000"/>
            <a:ext cx="10868745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Matriz de trazabilidad: casos de prueba ejecutados en la Experiencia 3 (semanas 13-15), alineados a los requisitos del sistema.</a:t>
            </a:r>
            <a:endParaRPr/>
          </a:p>
        </p:txBody>
      </p:sp>
      <p:graphicFrame>
        <p:nvGraphicFramePr>
          <p:cNvPr id="1094" name="Google Shape;1094;p18"/>
          <p:cNvGraphicFramePr/>
          <p:nvPr/>
        </p:nvGraphicFramePr>
        <p:xfrm>
          <a:off x="661475" y="205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{8A5CCA73-8A36-4F77-B9B6-E3B8CAD8900F}</a:tableStyleId>
              </a:tblPr>
              <a:tblGrid>
                <a:gridCol w="900000"/>
                <a:gridCol w="1700000"/>
                <a:gridCol w="2400000"/>
                <a:gridCol w="5868750"/>
              </a:tblGrid>
              <a:tr h="4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FC83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Tipo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FC83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Módulo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FC83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Criterio de éxito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FC8337"/>
                    </a:solidFill>
                  </a:tcPr>
                </a:tc>
              </a:tr>
              <a:tr h="50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UT-01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1A0E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Unitaria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1A0E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Servicio IA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1A0E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 vector extraído tiene longitud 27 y todos los valores son numéricos (Pytest).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1A0E05"/>
                    </a:solidFill>
                  </a:tcPr>
                </a:tc>
              </a:tr>
              <a:tr h="50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UT-02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2A170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Unitaria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2A170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Backend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2A170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 endpoint de matching devuelve resultados ordenados de mayor a menor compatibilidad.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2A1707"/>
                    </a:solidFill>
                  </a:tcPr>
                </a:tc>
              </a:tr>
              <a:tr h="50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IT-01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1A0E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Integración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1A0E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Backend + IA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1A0E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 job pasa de processing a done con el vector guardado en pgvector (Jest + Supertest).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1A0E05"/>
                    </a:solidFill>
                  </a:tcPr>
                </a:tc>
              </a:tr>
              <a:tr h="50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IT-02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2A170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Integración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2A170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Frontend + Backend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2A170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 polling de TanStack Query muestra “Perfil listo” al completar el análisis.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2A1707"/>
                    </a:solidFill>
                  </a:tcPr>
                </a:tc>
              </a:tr>
              <a:tr h="50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ST-01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1A0E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Seguridad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1A0E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Backend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1A0E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Respuesta 403 al intentar acceder a recursos de otro usuario con JWT válido.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1A0E05"/>
                    </a:solidFill>
                  </a:tcPr>
                </a:tc>
              </a:tr>
              <a:tr h="50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US-01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2A170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Usabilidad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2A170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Frontend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2A170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Puntaje Lighthouse ≥ 80 en accesibilidad de la página principal.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2A1707"/>
                    </a:solidFill>
                  </a:tcPr>
                </a:tc>
              </a:tr>
              <a:tr h="50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SG-01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1A0E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Seguridad (SAST)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1A0E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Todo el código fuente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1A0E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SonarCloud: 0 vulnerabilidades abiertas y calificación de seguridad A.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1A0E05"/>
                    </a:solidFill>
                  </a:tcPr>
                </a:tc>
              </a:tr>
              <a:tr h="503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SG-02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2A170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Seguridad (DAST)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2A170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App desplegada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2A170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>
                          <a:solidFill>
                            <a:srgbClr val="E5E0D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OWASP ZAP sin alertas de riesgo alto; A+ en SecurityHeaders.com.</a:t>
                      </a:r>
                      <a:endParaRPr/>
                    </a:p>
                  </a:txBody>
                  <a:tcPr marT="40000" marB="40000" marR="90000" marL="90000" anchor="ctr">
                    <a:solidFill>
                      <a:srgbClr val="2A170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7"/>
          <p:cNvSpPr/>
          <p:nvPr/>
        </p:nvSpPr>
        <p:spPr>
          <a:xfrm>
            <a:off x="8121250" y="1980275"/>
            <a:ext cx="3363300" cy="349200"/>
          </a:xfrm>
          <a:prstGeom prst="roundRect">
            <a:avLst>
              <a:gd fmla="val 5968" name="adj"/>
            </a:avLst>
          </a:prstGeom>
          <a:solidFill>
            <a:srgbClr val="FC8337">
              <a:alpha val="749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17"/>
          <p:cNvSpPr/>
          <p:nvPr/>
        </p:nvSpPr>
        <p:spPr>
          <a:xfrm>
            <a:off x="8049850" y="4120775"/>
            <a:ext cx="2076000" cy="290700"/>
          </a:xfrm>
          <a:prstGeom prst="roundRect">
            <a:avLst>
              <a:gd fmla="val 5968" name="adj"/>
            </a:avLst>
          </a:prstGeom>
          <a:solidFill>
            <a:srgbClr val="FC8337">
              <a:alpha val="749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17"/>
          <p:cNvSpPr/>
          <p:nvPr/>
        </p:nvSpPr>
        <p:spPr>
          <a:xfrm>
            <a:off x="596525" y="4874375"/>
            <a:ext cx="3040200" cy="290700"/>
          </a:xfrm>
          <a:prstGeom prst="roundRect">
            <a:avLst>
              <a:gd fmla="val 5968" name="adj"/>
            </a:avLst>
          </a:prstGeom>
          <a:solidFill>
            <a:srgbClr val="FC8337">
              <a:alpha val="749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17"/>
          <p:cNvSpPr/>
          <p:nvPr/>
        </p:nvSpPr>
        <p:spPr>
          <a:xfrm>
            <a:off x="1971455" y="661684"/>
            <a:ext cx="115527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Saira Medium"/>
              <a:buNone/>
            </a:pPr>
            <a:r>
              <a:rPr lang="en-US" sz="32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Evidencia Real de Ejecución de Pruebas Automatizadas</a:t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03" name="Google Shape;1103;p17"/>
          <p:cNvSpPr/>
          <p:nvPr/>
        </p:nvSpPr>
        <p:spPr>
          <a:xfrm>
            <a:off x="690663" y="1255084"/>
            <a:ext cx="108687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"/>
              <a:buNone/>
            </a:pPr>
            <a:r>
              <a:rPr lang="en-US" sz="18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Resultados obtenidos con Jest, Vitest y pytest-cov sobre los tres servicios de la arquitectura distribuida, ejecutados en la Experiencia 3 (semanas 13-15).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4" name="Google Shape;1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619" y="2145113"/>
            <a:ext cx="3040195" cy="26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17"/>
          <p:cNvSpPr/>
          <p:nvPr/>
        </p:nvSpPr>
        <p:spPr>
          <a:xfrm>
            <a:off x="618305" y="4845113"/>
            <a:ext cx="32124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00"/>
              <a:buFont typeface="Saira Medium"/>
              <a:buNone/>
            </a:pPr>
            <a:r>
              <a:rPr lang="en-US" sz="20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Backend — Jest + Supertest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17"/>
          <p:cNvSpPr/>
          <p:nvPr/>
        </p:nvSpPr>
        <p:spPr>
          <a:xfrm>
            <a:off x="618305" y="5165113"/>
            <a:ext cx="32508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41"/>
              <a:buFont typeface="Roboto"/>
              <a:buNone/>
            </a:pPr>
            <a:r>
              <a:rPr lang="en-US" sz="1541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92 pruebas exitosas, 81,3% de cobertura de líneas en controladores, rutas y middleware.</a:t>
            </a:r>
            <a:endParaRPr sz="15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7" name="Google Shape;110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5507" y="3292911"/>
            <a:ext cx="3622881" cy="2047503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17"/>
          <p:cNvSpPr/>
          <p:nvPr/>
        </p:nvSpPr>
        <p:spPr>
          <a:xfrm>
            <a:off x="8121262" y="4115913"/>
            <a:ext cx="23538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00"/>
              <a:buFont typeface="Saira Medium"/>
              <a:buNone/>
            </a:pPr>
            <a:r>
              <a:rPr lang="en-US" sz="20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Frontend — Vitest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17"/>
          <p:cNvSpPr/>
          <p:nvPr/>
        </p:nvSpPr>
        <p:spPr>
          <a:xfrm>
            <a:off x="8121262" y="4518388"/>
            <a:ext cx="32508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41"/>
              <a:buFont typeface="Roboto"/>
              <a:buNone/>
            </a:pPr>
            <a:r>
              <a:rPr lang="en-US" sz="1541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149 pruebas exitosas sobre componentes, páginas y hooks, 61,6% de cobertura de líneas.</a:t>
            </a:r>
            <a:endParaRPr sz="15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0" name="Google Shape;111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3577" y="2145252"/>
            <a:ext cx="3622880" cy="699646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17"/>
          <p:cNvSpPr/>
          <p:nvPr/>
        </p:nvSpPr>
        <p:spPr>
          <a:xfrm>
            <a:off x="8233701" y="2009538"/>
            <a:ext cx="34818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00"/>
              <a:buFont typeface="Saira Medium"/>
              <a:buNone/>
            </a:pPr>
            <a:r>
              <a:rPr lang="en-US" sz="20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Microservicio IA — pytest-cov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17"/>
          <p:cNvSpPr/>
          <p:nvPr/>
        </p:nvSpPr>
        <p:spPr>
          <a:xfrm>
            <a:off x="8233694" y="2329538"/>
            <a:ext cx="32508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41"/>
              <a:buFont typeface="Roboto"/>
              <a:buNone/>
            </a:pPr>
            <a:r>
              <a:rPr lang="en-US" sz="1541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47 pruebas exitosas del microservicio Python/FastAPI, 80,0% de cobertura de líneas.</a:t>
            </a:r>
            <a:endParaRPr sz="154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17"/>
          <p:cNvSpPr/>
          <p:nvPr/>
        </p:nvSpPr>
        <p:spPr>
          <a:xfrm>
            <a:off x="389050" y="6192625"/>
            <a:ext cx="112122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Roboto"/>
              <a:buNone/>
            </a:pPr>
            <a:r>
              <a:rPr lang="en-US" sz="16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Auditoría de seguridad complementaria: SonarCloud (SAST) y OWASP ZAP (DAST) — 0 vulnerabilidades abiertas y calificación A/A+ tras la remediación.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17"/>
          <p:cNvSpPr/>
          <p:nvPr/>
        </p:nvSpPr>
        <p:spPr>
          <a:xfrm>
            <a:off x="3719123" y="1166802"/>
            <a:ext cx="3520800" cy="1920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20" title="GettyImages-86108706.jpeg"/>
          <p:cNvPicPr preferRelativeResize="0"/>
          <p:nvPr/>
        </p:nvPicPr>
        <p:blipFill rotWithShape="1">
          <a:blip r:embed="rId3">
            <a:alphaModFix/>
          </a:blip>
          <a:srcRect b="0" l="19942" r="0" t="0"/>
          <a:stretch/>
        </p:blipFill>
        <p:spPr>
          <a:xfrm>
            <a:off x="0" y="0"/>
            <a:ext cx="7287876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20"/>
          <p:cNvSpPr/>
          <p:nvPr/>
        </p:nvSpPr>
        <p:spPr>
          <a:xfrm>
            <a:off x="2786949" y="819295"/>
            <a:ext cx="66180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50"/>
              <a:buFont typeface="Saira Medium"/>
              <a:buNone/>
            </a:pPr>
            <a:r>
              <a:rPr lang="en-US" sz="2950">
                <a:solidFill>
                  <a:srgbClr val="FFFFFF"/>
                </a:solidFill>
                <a:highlight>
                  <a:schemeClr val="accent2"/>
                </a:highlight>
                <a:latin typeface="Oswald"/>
                <a:ea typeface="Oswald"/>
                <a:cs typeface="Oswald"/>
                <a:sym typeface="Oswald"/>
              </a:rPr>
              <a:t>Mejoras Aplicadas Post-Testing</a:t>
            </a:r>
            <a:endParaRPr sz="2950">
              <a:solidFill>
                <a:schemeClr val="dk1"/>
              </a:solidFill>
              <a:highlight>
                <a:schemeClr val="accent2"/>
              </a:highlight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21" name="Google Shape;1121;p20"/>
          <p:cNvSpPr/>
          <p:nvPr/>
        </p:nvSpPr>
        <p:spPr>
          <a:xfrm>
            <a:off x="1428400" y="1741725"/>
            <a:ext cx="3119700" cy="1623900"/>
          </a:xfrm>
          <a:prstGeom prst="roundRect">
            <a:avLst>
              <a:gd fmla="val 10553" name="adj"/>
            </a:avLst>
          </a:prstGeom>
          <a:solidFill>
            <a:srgbClr val="030303"/>
          </a:solidFill>
          <a:ln cap="flat" cmpd="sng" w="12700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20"/>
          <p:cNvSpPr/>
          <p:nvPr/>
        </p:nvSpPr>
        <p:spPr>
          <a:xfrm>
            <a:off x="1523535" y="1948100"/>
            <a:ext cx="28272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Remediación SAST (SonarCloud)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Saira Medium"/>
              <a:buNone/>
            </a:pPr>
            <a:r>
              <a:t/>
            </a:r>
            <a:endParaRPr sz="1850">
              <a:solidFill>
                <a:srgbClr val="E5E0D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20"/>
          <p:cNvSpPr/>
          <p:nvPr/>
        </p:nvSpPr>
        <p:spPr>
          <a:xfrm>
            <a:off x="1523705" y="2291243"/>
            <a:ext cx="29292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Roboto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18 vulnerabilidades detectadas (inyección en logs, exposición de framework) → refactorización y saneamiento de entradas. Calificación de seguridad: de E a A, 0 issues abiertos. </a:t>
            </a:r>
            <a:endParaRPr sz="12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20"/>
          <p:cNvSpPr/>
          <p:nvPr/>
        </p:nvSpPr>
        <p:spPr>
          <a:xfrm>
            <a:off x="4618395" y="1741725"/>
            <a:ext cx="3119700" cy="1623900"/>
          </a:xfrm>
          <a:prstGeom prst="roundRect">
            <a:avLst>
              <a:gd fmla="val 10553" name="adj"/>
            </a:avLst>
          </a:prstGeom>
          <a:solidFill>
            <a:srgbClr val="030303"/>
          </a:solidFill>
          <a:ln cap="flat" cmpd="sng" w="12700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20"/>
          <p:cNvSpPr/>
          <p:nvPr/>
        </p:nvSpPr>
        <p:spPr>
          <a:xfrm>
            <a:off x="4761080" y="1861475"/>
            <a:ext cx="29295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Saira Medium"/>
              <a:buNone/>
            </a:pPr>
            <a:r>
              <a:rPr lang="en-US" sz="15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UAT crítico: recuperación de contraseña 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20"/>
          <p:cNvSpPr/>
          <p:nvPr/>
        </p:nvSpPr>
        <p:spPr>
          <a:xfrm>
            <a:off x="4761027" y="2416456"/>
            <a:ext cx="29295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Roboto"/>
              <a:buNone/>
            </a:pPr>
            <a:r>
              <a:rPr lang="en-US" sz="12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El Usuario 3 detectó la imposibilidad de recuperar contraseña (gravedad crítica) → se implementó flujo de restablecimiento con tokens de único uso vía Brevo.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20"/>
          <p:cNvSpPr/>
          <p:nvPr/>
        </p:nvSpPr>
        <p:spPr>
          <a:xfrm>
            <a:off x="1428400" y="3517824"/>
            <a:ext cx="3119700" cy="1897800"/>
          </a:xfrm>
          <a:prstGeom prst="roundRect">
            <a:avLst>
              <a:gd fmla="val 9029" name="adj"/>
            </a:avLst>
          </a:prstGeom>
          <a:solidFill>
            <a:srgbClr val="030303"/>
          </a:solidFill>
          <a:ln cap="flat" cmpd="sng" w="12700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20"/>
          <p:cNvSpPr/>
          <p:nvPr/>
        </p:nvSpPr>
        <p:spPr>
          <a:xfrm>
            <a:off x="1523533" y="3724202"/>
            <a:ext cx="28272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Saira Medium"/>
              <a:buNone/>
            </a:pPr>
            <a:r>
              <a:rPr lang="en-US" sz="15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Hardening DAST (OWASP ZAP)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20"/>
          <p:cNvSpPr/>
          <p:nvPr/>
        </p:nvSpPr>
        <p:spPr>
          <a:xfrm>
            <a:off x="1523555" y="4112979"/>
            <a:ext cx="29292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Roboto"/>
              <a:buNone/>
            </a:pPr>
            <a:r>
              <a:rPr lang="en-US" sz="12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Ausencia de cabeceras de seguridad HTTP → se configuraron CSP, X-Frame-Options, HSTS y se restringió CORS al origen autorizado. 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20"/>
          <p:cNvSpPr/>
          <p:nvPr/>
        </p:nvSpPr>
        <p:spPr>
          <a:xfrm>
            <a:off x="4618395" y="3517824"/>
            <a:ext cx="3119700" cy="1897800"/>
          </a:xfrm>
          <a:prstGeom prst="roundRect">
            <a:avLst>
              <a:gd fmla="val 9029" name="adj"/>
            </a:avLst>
          </a:prstGeom>
          <a:solidFill>
            <a:srgbClr val="030303"/>
          </a:solidFill>
          <a:ln cap="flat" cmpd="sng" w="12700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20"/>
          <p:cNvSpPr/>
          <p:nvPr/>
        </p:nvSpPr>
        <p:spPr>
          <a:xfrm>
            <a:off x="4712471" y="3604425"/>
            <a:ext cx="27342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Módulo de eventos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20"/>
          <p:cNvSpPr/>
          <p:nvPr/>
        </p:nvSpPr>
        <p:spPr>
          <a:xfrm>
            <a:off x="4713500" y="3976029"/>
            <a:ext cx="2929500" cy="10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Roboto"/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catálogo de eventos masivos (API Ticketmaster) no era pertinente al usuario objetivo → se migró a autogestión comunitaria con Live Preview y filtrado dinámico. 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20"/>
          <p:cNvSpPr/>
          <p:nvPr/>
        </p:nvSpPr>
        <p:spPr>
          <a:xfrm>
            <a:off x="7808389" y="1741725"/>
            <a:ext cx="3119700" cy="1623900"/>
          </a:xfrm>
          <a:prstGeom prst="roundRect">
            <a:avLst>
              <a:gd fmla="val 10553" name="adj"/>
            </a:avLst>
          </a:prstGeom>
          <a:solidFill>
            <a:srgbClr val="030303"/>
          </a:solidFill>
          <a:ln cap="flat" cmpd="sng" w="12700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20"/>
          <p:cNvSpPr/>
          <p:nvPr/>
        </p:nvSpPr>
        <p:spPr>
          <a:xfrm>
            <a:off x="7903549" y="1861479"/>
            <a:ext cx="26133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Saira Medium"/>
              <a:buNone/>
            </a:pPr>
            <a:r>
              <a:rPr lang="en-US" sz="150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Mejoras UI/UX derivadas de usabilidad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20"/>
          <p:cNvSpPr/>
          <p:nvPr/>
        </p:nvSpPr>
        <p:spPr>
          <a:xfrm>
            <a:off x="7903596" y="2416469"/>
            <a:ext cx="29295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Roboto"/>
              <a:buNone/>
            </a:pPr>
            <a:r>
              <a:rPr lang="en-US" sz="1250">
                <a:solidFill>
                  <a:srgbClr val="E5E0DF"/>
                </a:solidFill>
                <a:latin typeface="Calibri"/>
                <a:ea typeface="Calibri"/>
                <a:cs typeface="Calibri"/>
                <a:sym typeface="Calibri"/>
              </a:rPr>
              <a:t>Sistema global de notificaciones Toast para feedback inmediato en transacciones críticas y toggle de visibilidad de contraseñas en formularios. 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20"/>
          <p:cNvSpPr/>
          <p:nvPr/>
        </p:nvSpPr>
        <p:spPr>
          <a:xfrm>
            <a:off x="7808389" y="3517824"/>
            <a:ext cx="3119700" cy="1897800"/>
          </a:xfrm>
          <a:prstGeom prst="roundRect">
            <a:avLst>
              <a:gd fmla="val 9029" name="adj"/>
            </a:avLst>
          </a:prstGeom>
          <a:solidFill>
            <a:srgbClr val="030303"/>
          </a:solidFill>
          <a:ln cap="flat" cmpd="sng" w="12700">
            <a:solidFill>
              <a:srgbClr val="FC83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20"/>
          <p:cNvSpPr/>
          <p:nvPr/>
        </p:nvSpPr>
        <p:spPr>
          <a:xfrm>
            <a:off x="7903612" y="3724102"/>
            <a:ext cx="31935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Roboto"/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UAT: etiquetas y descriptores del perfil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20"/>
          <p:cNvSpPr/>
          <p:nvPr/>
        </p:nvSpPr>
        <p:spPr>
          <a:xfrm>
            <a:off x="7903544" y="4112979"/>
            <a:ext cx="2929500" cy="10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Roboto"/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género ahora lo declara el músico (User Tags) y la IA describe el audio en lenguaje simple: Textura, Color Armónico y Presencia Rítmica. Validado con el grupo de control. 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3f0a90f64ad_0_118"/>
          <p:cNvSpPr/>
          <p:nvPr/>
        </p:nvSpPr>
        <p:spPr>
          <a:xfrm>
            <a:off x="4000125" y="815400"/>
            <a:ext cx="39996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50"/>
              <a:buFont typeface="Saira Medium"/>
              <a:buNone/>
            </a:pPr>
            <a:r>
              <a:rPr lang="en-US" sz="3000">
                <a:solidFill>
                  <a:srgbClr val="E5E0DF"/>
                </a:solidFill>
                <a:latin typeface="Oswald"/>
                <a:ea typeface="Oswald"/>
                <a:cs typeface="Oswald"/>
                <a:sym typeface="Oswald"/>
              </a:rPr>
              <a:t>Conclusiones y aprendizajes</a:t>
            </a:r>
            <a:endParaRPr sz="3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50"/>
              <a:buFont typeface="Saira Medium"/>
              <a:buNone/>
            </a:pPr>
            <a:r>
              <a:t/>
            </a:r>
            <a:endParaRPr sz="30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45" name="Google Shape;1145;g3f0a90f64ad_0_118"/>
          <p:cNvSpPr txBox="1"/>
          <p:nvPr/>
        </p:nvSpPr>
        <p:spPr>
          <a:xfrm>
            <a:off x="1391875" y="2525200"/>
            <a:ext cx="8418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00">
                <a:solidFill>
                  <a:schemeClr val="lt1"/>
                </a:solidFill>
                <a:highlight>
                  <a:srgbClr val="E2691D"/>
                </a:highlight>
                <a:latin typeface="Great Vibes"/>
                <a:ea typeface="Great Vibes"/>
                <a:cs typeface="Great Vibes"/>
                <a:sym typeface="Great Vibes"/>
              </a:rPr>
              <a:t>1</a:t>
            </a:r>
            <a:r>
              <a:rPr lang="en-US" sz="8200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.</a:t>
            </a:r>
            <a:endParaRPr sz="8200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1146" name="Google Shape;1146;g3f0a90f64ad_0_118"/>
          <p:cNvSpPr txBox="1"/>
          <p:nvPr/>
        </p:nvSpPr>
        <p:spPr>
          <a:xfrm>
            <a:off x="2421625" y="2349438"/>
            <a:ext cx="2757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Cumplimiento de objetivos.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g3f0a90f64ad_0_118"/>
          <p:cNvSpPr txBox="1"/>
          <p:nvPr/>
        </p:nvSpPr>
        <p:spPr>
          <a:xfrm>
            <a:off x="2095250" y="2682175"/>
            <a:ext cx="3714900" cy="15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Validación técnica y comercial:</a:t>
            </a: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Se logró desplegar una arquitectura distribuida (React, Node.js, FastAPI) a costo $0.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MVP Funcional:</a:t>
            </a: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Se cumplieron los hitos centrales: el motor de matching objetivo (IA/pgvector) y la cartelera de tocatas autogestionada.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g3f0a90f64ad_0_118"/>
          <p:cNvSpPr txBox="1"/>
          <p:nvPr/>
        </p:nvSpPr>
        <p:spPr>
          <a:xfrm>
            <a:off x="3785025" y="5068750"/>
            <a:ext cx="8418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00">
                <a:solidFill>
                  <a:schemeClr val="lt1"/>
                </a:solidFill>
                <a:highlight>
                  <a:schemeClr val="accent2"/>
                </a:highlight>
                <a:latin typeface="Great Vibes"/>
                <a:ea typeface="Great Vibes"/>
                <a:cs typeface="Great Vibes"/>
                <a:sym typeface="Great Vibes"/>
              </a:rPr>
              <a:t>3</a:t>
            </a:r>
            <a:r>
              <a:rPr lang="en-US" sz="8200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.</a:t>
            </a:r>
            <a:endParaRPr sz="8200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1149" name="Google Shape;1149;g3f0a90f64ad_0_118"/>
          <p:cNvSpPr txBox="1"/>
          <p:nvPr/>
        </p:nvSpPr>
        <p:spPr>
          <a:xfrm>
            <a:off x="4866225" y="4653238"/>
            <a:ext cx="313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Impacto y futuro: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g3f0a90f64ad_0_118"/>
          <p:cNvSpPr txBox="1"/>
          <p:nvPr/>
        </p:nvSpPr>
        <p:spPr>
          <a:xfrm>
            <a:off x="4626825" y="5002150"/>
            <a:ext cx="28860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Bandify demuestra que es posible modernizar el networking informal de la escena independiente chilena.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Próximos pasos:</a:t>
            </a: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Ejecución de pruebas de estrés (carga) y evolución del algoritmo de recomendación.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g3f0a90f64ad_0_118"/>
          <p:cNvSpPr txBox="1"/>
          <p:nvPr/>
        </p:nvSpPr>
        <p:spPr>
          <a:xfrm>
            <a:off x="6459275" y="2583800"/>
            <a:ext cx="8418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00">
                <a:solidFill>
                  <a:schemeClr val="lt1"/>
                </a:solidFill>
                <a:highlight>
                  <a:schemeClr val="accent2"/>
                </a:highlight>
                <a:latin typeface="Great Vibes"/>
                <a:ea typeface="Great Vibes"/>
                <a:cs typeface="Great Vibes"/>
                <a:sym typeface="Great Vibes"/>
              </a:rPr>
              <a:t>2</a:t>
            </a:r>
            <a:r>
              <a:rPr lang="en-US" sz="8200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.</a:t>
            </a:r>
            <a:endParaRPr sz="8200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1152" name="Google Shape;1152;g3f0a90f64ad_0_118"/>
          <p:cNvSpPr txBox="1"/>
          <p:nvPr/>
        </p:nvSpPr>
        <p:spPr>
          <a:xfrm>
            <a:off x="7685725" y="2232125"/>
            <a:ext cx="3306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Lecciones de Ingenieria: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g3f0a90f64ad_0_118"/>
          <p:cNvSpPr txBox="1"/>
          <p:nvPr/>
        </p:nvSpPr>
        <p:spPr>
          <a:xfrm>
            <a:off x="7301075" y="2566200"/>
            <a:ext cx="2886000" cy="1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Valor del desacoplamiento:</a:t>
            </a: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Delegar la carga pesada de la IA a un microservicio exclusivo en Python evitó cuellos de botella en la API principal.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Seguridad como pilar:</a:t>
            </a: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Las auditorías tempranas (SAST/DAST) no son un trámite final; permitieron corregir 18 vulnerabilidades y subir la calificación de seguridad de E a A.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4" name="Google Shape;1154;g3f0a90f64ad_0_118"/>
          <p:cNvGrpSpPr/>
          <p:nvPr/>
        </p:nvGrpSpPr>
        <p:grpSpPr>
          <a:xfrm rot="-9407222">
            <a:off x="8127368" y="320018"/>
            <a:ext cx="4917648" cy="1232563"/>
            <a:chOff x="-295975" y="3281013"/>
            <a:chExt cx="10437750" cy="1619300"/>
          </a:xfrm>
        </p:grpSpPr>
        <p:sp>
          <p:nvSpPr>
            <p:cNvPr id="1155" name="Google Shape;1155;g3f0a90f64ad_0_118"/>
            <p:cNvSpPr/>
            <p:nvPr/>
          </p:nvSpPr>
          <p:spPr>
            <a:xfrm>
              <a:off x="-295975" y="32810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56" name="Google Shape;1156;g3f0a90f64ad_0_118"/>
            <p:cNvSpPr/>
            <p:nvPr/>
          </p:nvSpPr>
          <p:spPr>
            <a:xfrm>
              <a:off x="-143575" y="34334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57" name="Google Shape;1157;g3f0a90f64ad_0_118"/>
            <p:cNvSpPr/>
            <p:nvPr/>
          </p:nvSpPr>
          <p:spPr>
            <a:xfrm>
              <a:off x="8825" y="35858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58" name="Google Shape;1158;g3f0a90f64ad_0_118"/>
            <p:cNvSpPr/>
            <p:nvPr/>
          </p:nvSpPr>
          <p:spPr>
            <a:xfrm>
              <a:off x="161225" y="37382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59" name="Google Shape;1159;g3f0a90f64ad_0_118"/>
            <p:cNvSpPr/>
            <p:nvPr/>
          </p:nvSpPr>
          <p:spPr>
            <a:xfrm>
              <a:off x="313625" y="3890613"/>
              <a:ext cx="9828150" cy="1009700"/>
            </a:xfrm>
            <a:custGeom>
              <a:rect b="b" l="l" r="r" t="t"/>
              <a:pathLst>
                <a:path extrusionOk="0" h="40388" w="393126">
                  <a:moveTo>
                    <a:pt x="0" y="0"/>
                  </a:moveTo>
                  <a:cubicBezTo>
                    <a:pt x="3842" y="1352"/>
                    <a:pt x="12806" y="4411"/>
                    <a:pt x="23050" y="8110"/>
                  </a:cubicBezTo>
                  <a:cubicBezTo>
                    <a:pt x="33294" y="11809"/>
                    <a:pt x="45032" y="20773"/>
                    <a:pt x="61466" y="22196"/>
                  </a:cubicBezTo>
                  <a:cubicBezTo>
                    <a:pt x="77900" y="23619"/>
                    <a:pt x="104080" y="14513"/>
                    <a:pt x="121652" y="16647"/>
                  </a:cubicBezTo>
                  <a:cubicBezTo>
                    <a:pt x="139224" y="18781"/>
                    <a:pt x="153665" y="31444"/>
                    <a:pt x="166897" y="35001"/>
                  </a:cubicBezTo>
                  <a:cubicBezTo>
                    <a:pt x="180129" y="38558"/>
                    <a:pt x="182904" y="39554"/>
                    <a:pt x="201045" y="37989"/>
                  </a:cubicBezTo>
                  <a:cubicBezTo>
                    <a:pt x="219186" y="36424"/>
                    <a:pt x="250488" y="25254"/>
                    <a:pt x="275743" y="25610"/>
                  </a:cubicBezTo>
                  <a:cubicBezTo>
                    <a:pt x="300998" y="25966"/>
                    <a:pt x="333012" y="38558"/>
                    <a:pt x="352576" y="40123"/>
                  </a:cubicBezTo>
                  <a:cubicBezTo>
                    <a:pt x="372140" y="41688"/>
                    <a:pt x="386368" y="35855"/>
                    <a:pt x="393126" y="35001"/>
                  </a:cubicBezTo>
                </a:path>
              </a:pathLst>
            </a:custGeom>
            <a:noFill/>
            <a:ln cap="flat" cmpd="sng" w="19050">
              <a:solidFill>
                <a:srgbClr val="F1EEE9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160" name="Google Shape;1160;g3f0a90f64ad_0_118"/>
          <p:cNvSpPr/>
          <p:nvPr/>
        </p:nvSpPr>
        <p:spPr>
          <a:xfrm>
            <a:off x="4239529" y="1306679"/>
            <a:ext cx="3520800" cy="19200"/>
          </a:xfrm>
          <a:prstGeom prst="rect">
            <a:avLst/>
          </a:prstGeom>
          <a:solidFill>
            <a:srgbClr val="FC83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6" name="Google Shape;116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574276" cy="70730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Google Shape;1167;p21"/>
          <p:cNvSpPr txBox="1"/>
          <p:nvPr/>
        </p:nvSpPr>
        <p:spPr>
          <a:xfrm>
            <a:off x="1591050" y="1752725"/>
            <a:ext cx="7172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¡Muchas Gracias!</a:t>
            </a:r>
            <a:endParaRPr sz="6000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1168" name="Google Shape;1168;p21"/>
          <p:cNvSpPr txBox="1"/>
          <p:nvPr/>
        </p:nvSpPr>
        <p:spPr>
          <a:xfrm>
            <a:off x="2933750" y="2951125"/>
            <a:ext cx="83163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¿Preguntas?</a:t>
            </a:r>
            <a:endParaRPr sz="37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cord Store Day by Slidesgo">
  <a:themeElements>
    <a:clrScheme name="Simple Light">
      <a:dk1>
        <a:srgbClr val="000000"/>
      </a:dk1>
      <a:lt1>
        <a:srgbClr val="FFFFFF"/>
      </a:lt1>
      <a:dk2>
        <a:srgbClr val="D54445"/>
      </a:dk2>
      <a:lt2>
        <a:srgbClr val="C24243"/>
      </a:lt2>
      <a:accent1>
        <a:srgbClr val="F2E9CA"/>
      </a:accent1>
      <a:accent2>
        <a:srgbClr val="DED5B7"/>
      </a:accent2>
      <a:accent3>
        <a:srgbClr val="434343"/>
      </a:accent3>
      <a:accent4>
        <a:srgbClr val="FFFFFF"/>
      </a:accent4>
      <a:accent5>
        <a:srgbClr val="D54445"/>
      </a:accent5>
      <a:accent6>
        <a:srgbClr val="C2424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